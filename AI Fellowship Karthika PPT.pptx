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9.xml" ContentType="application/vnd.openxmlformats-officedocument.presentationml.tag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8" r:id="rId2"/>
    <p:sldId id="257" r:id="rId3"/>
    <p:sldId id="258" r:id="rId4"/>
    <p:sldId id="259" r:id="rId5"/>
    <p:sldId id="260" r:id="rId6"/>
    <p:sldId id="261" r:id="rId7"/>
    <p:sldId id="269" r:id="rId8"/>
    <p:sldId id="271" r:id="rId9"/>
    <p:sldId id="270" r:id="rId10"/>
    <p:sldId id="262" r:id="rId11"/>
    <p:sldId id="263" r:id="rId12"/>
    <p:sldId id="264" r:id="rId13"/>
    <p:sldId id="272" r:id="rId14"/>
    <p:sldId id="265" r:id="rId15"/>
    <p:sldId id="266" r:id="rId16"/>
  </p:sldIdLst>
  <p:sldSz cx="9144000" cy="5143500" type="screen16x9"/>
  <p:notesSz cx="5143500" cy="9144000"/>
  <p:custDataLst>
    <p:tags r:id="rId1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D9D269-EAD4-41A2-8305-E6732A13F88F}" v="52" dt="2026-04-10T05:49: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101"/>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a Viswanath" userId="7907ff9632aac072" providerId="LiveId" clId="{51637C15-8E8E-4784-986C-C209BDF12069}"/>
    <pc:docChg chg="undo custSel addSld delSld modSld sldOrd">
      <pc:chgData name="Karthika Viswanath" userId="7907ff9632aac072" providerId="LiveId" clId="{51637C15-8E8E-4784-986C-C209BDF12069}" dt="2026-04-10T06:56:28.569" v="491" actId="14100"/>
      <pc:docMkLst>
        <pc:docMk/>
      </pc:docMkLst>
      <pc:sldChg chg="addSp delSp modSp mod">
        <pc:chgData name="Karthika Viswanath" userId="7907ff9632aac072" providerId="LiveId" clId="{51637C15-8E8E-4784-986C-C209BDF12069}" dt="2026-04-09T10:12:54.257" v="102" actId="14100"/>
        <pc:sldMkLst>
          <pc:docMk/>
          <pc:sldMk cId="0" sldId="258"/>
        </pc:sldMkLst>
        <pc:spChg chg="add del mod">
          <ac:chgData name="Karthika Viswanath" userId="7907ff9632aac072" providerId="LiveId" clId="{51637C15-8E8E-4784-986C-C209BDF12069}" dt="2026-04-09T10:12:54.257" v="102" actId="14100"/>
          <ac:spMkLst>
            <pc:docMk/>
            <pc:sldMk cId="0" sldId="258"/>
            <ac:spMk id="7" creationId="{38849028-F25C-7DA0-DE56-0DC142EECABD}"/>
          </ac:spMkLst>
        </pc:spChg>
      </pc:sldChg>
      <pc:sldChg chg="addSp delSp modSp mod">
        <pc:chgData name="Karthika Viswanath" userId="7907ff9632aac072" providerId="LiveId" clId="{51637C15-8E8E-4784-986C-C209BDF12069}" dt="2026-04-10T04:50:12.821" v="126" actId="2711"/>
        <pc:sldMkLst>
          <pc:docMk/>
          <pc:sldMk cId="0" sldId="259"/>
        </pc:sldMkLst>
        <pc:spChg chg="add">
          <ac:chgData name="Karthika Viswanath" userId="7907ff9632aac072" providerId="LiveId" clId="{51637C15-8E8E-4784-986C-C209BDF12069}" dt="2026-04-10T04:49:09.691" v="109"/>
          <ac:spMkLst>
            <pc:docMk/>
            <pc:sldMk cId="0" sldId="259"/>
            <ac:spMk id="2" creationId="{E7D85B12-DB2E-F471-779F-353594240C3E}"/>
          </ac:spMkLst>
        </pc:spChg>
        <pc:spChg chg="add del mod">
          <ac:chgData name="Karthika Viswanath" userId="7907ff9632aac072" providerId="LiveId" clId="{51637C15-8E8E-4784-986C-C209BDF12069}" dt="2026-04-10T04:49:38.784" v="118"/>
          <ac:spMkLst>
            <pc:docMk/>
            <pc:sldMk cId="0" sldId="259"/>
            <ac:spMk id="5" creationId="{F92B34CD-006A-6F98-2084-A750980F140A}"/>
          </ac:spMkLst>
        </pc:spChg>
        <pc:spChg chg="del mod">
          <ac:chgData name="Karthika Viswanath" userId="7907ff9632aac072" providerId="LiveId" clId="{51637C15-8E8E-4784-986C-C209BDF12069}" dt="2026-04-10T04:49:16.911" v="113"/>
          <ac:spMkLst>
            <pc:docMk/>
            <pc:sldMk cId="0" sldId="259"/>
            <ac:spMk id="6" creationId="{EE76AC24-5CB7-D860-6A01-E6D8ABD38610}"/>
          </ac:spMkLst>
        </pc:spChg>
        <pc:spChg chg="add mod">
          <ac:chgData name="Karthika Viswanath" userId="7907ff9632aac072" providerId="LiveId" clId="{51637C15-8E8E-4784-986C-C209BDF12069}" dt="2026-04-10T04:50:12.821" v="126" actId="2711"/>
          <ac:spMkLst>
            <pc:docMk/>
            <pc:sldMk cId="0" sldId="259"/>
            <ac:spMk id="8" creationId="{F51F569B-6AAE-E152-E30B-585DAB726DF7}"/>
          </ac:spMkLst>
        </pc:spChg>
        <pc:picChg chg="mod">
          <ac:chgData name="Karthika Viswanath" userId="7907ff9632aac072" providerId="LiveId" clId="{51637C15-8E8E-4784-986C-C209BDF12069}" dt="2026-04-10T04:48:25.380" v="107" actId="1076"/>
          <ac:picMkLst>
            <pc:docMk/>
            <pc:sldMk cId="0" sldId="259"/>
            <ac:picMk id="3" creationId="{327B2E24-A610-1C01-FCDD-9B6B67A72E49}"/>
          </ac:picMkLst>
        </pc:picChg>
      </pc:sldChg>
      <pc:sldChg chg="modSp mod">
        <pc:chgData name="Karthika Viswanath" userId="7907ff9632aac072" providerId="LiveId" clId="{51637C15-8E8E-4784-986C-C209BDF12069}" dt="2026-04-10T04:56:20.023" v="136" actId="14100"/>
        <pc:sldMkLst>
          <pc:docMk/>
          <pc:sldMk cId="0" sldId="260"/>
        </pc:sldMkLst>
        <pc:spChg chg="mod">
          <ac:chgData name="Karthika Viswanath" userId="7907ff9632aac072" providerId="LiveId" clId="{51637C15-8E8E-4784-986C-C209BDF12069}" dt="2026-04-10T04:56:20.023" v="136" actId="14100"/>
          <ac:spMkLst>
            <pc:docMk/>
            <pc:sldMk cId="0" sldId="260"/>
            <ac:spMk id="5" creationId="{00000000-0000-0000-0000-000000000000}"/>
          </ac:spMkLst>
        </pc:spChg>
        <pc:picChg chg="mod">
          <ac:chgData name="Karthika Viswanath" userId="7907ff9632aac072" providerId="LiveId" clId="{51637C15-8E8E-4784-986C-C209BDF12069}" dt="2026-04-10T04:56:05.287" v="132" actId="1076"/>
          <ac:picMkLst>
            <pc:docMk/>
            <pc:sldMk cId="0" sldId="260"/>
            <ac:picMk id="8" creationId="{F1F49F94-4102-44CC-056B-FA1BB4DA8DA6}"/>
          </ac:picMkLst>
        </pc:picChg>
      </pc:sldChg>
      <pc:sldChg chg="addSp delSp modSp mod chgLayout">
        <pc:chgData name="Karthika Viswanath" userId="7907ff9632aac072" providerId="LiveId" clId="{51637C15-8E8E-4784-986C-C209BDF12069}" dt="2026-04-10T05:26:18.408" v="175" actId="1076"/>
        <pc:sldMkLst>
          <pc:docMk/>
          <pc:sldMk cId="0" sldId="261"/>
        </pc:sldMkLst>
        <pc:spChg chg="add del">
          <ac:chgData name="Karthika Viswanath" userId="7907ff9632aac072" providerId="LiveId" clId="{51637C15-8E8E-4784-986C-C209BDF12069}" dt="2026-04-10T04:58:20.108" v="144" actId="22"/>
          <ac:spMkLst>
            <pc:docMk/>
            <pc:sldMk cId="0" sldId="261"/>
            <ac:spMk id="3" creationId="{2E429A67-E883-D575-5C5E-8E0E6983B5E7}"/>
          </ac:spMkLst>
        </pc:spChg>
        <pc:spChg chg="mod">
          <ac:chgData name="Karthika Viswanath" userId="7907ff9632aac072" providerId="LiveId" clId="{51637C15-8E8E-4784-986C-C209BDF12069}" dt="2026-04-10T04:58:58.966" v="165" actId="1076"/>
          <ac:spMkLst>
            <pc:docMk/>
            <pc:sldMk cId="0" sldId="261"/>
            <ac:spMk id="6" creationId="{00000000-0000-0000-0000-000000000000}"/>
          </ac:spMkLst>
        </pc:spChg>
        <pc:spChg chg="mod">
          <ac:chgData name="Karthika Viswanath" userId="7907ff9632aac072" providerId="LiveId" clId="{51637C15-8E8E-4784-986C-C209BDF12069}" dt="2026-04-10T04:58:52.650" v="163" actId="6549"/>
          <ac:spMkLst>
            <pc:docMk/>
            <pc:sldMk cId="0" sldId="261"/>
            <ac:spMk id="9" creationId="{00000000-0000-0000-0000-000000000000}"/>
          </ac:spMkLst>
        </pc:spChg>
        <pc:spChg chg="del">
          <ac:chgData name="Karthika Viswanath" userId="7907ff9632aac072" providerId="LiveId" clId="{51637C15-8E8E-4784-986C-C209BDF12069}" dt="2026-04-10T04:58:40.555" v="154" actId="478"/>
          <ac:spMkLst>
            <pc:docMk/>
            <pc:sldMk cId="0" sldId="261"/>
            <ac:spMk id="10" creationId="{00000000-0000-0000-0000-000000000000}"/>
          </ac:spMkLst>
        </pc:spChg>
        <pc:spChg chg="del">
          <ac:chgData name="Karthika Viswanath" userId="7907ff9632aac072" providerId="LiveId" clId="{51637C15-8E8E-4784-986C-C209BDF12069}" dt="2026-04-10T04:58:41.752" v="155" actId="478"/>
          <ac:spMkLst>
            <pc:docMk/>
            <pc:sldMk cId="0" sldId="261"/>
            <ac:spMk id="11" creationId="{00000000-0000-0000-0000-000000000000}"/>
          </ac:spMkLst>
        </pc:spChg>
        <pc:spChg chg="del mod">
          <ac:chgData name="Karthika Viswanath" userId="7907ff9632aac072" providerId="LiveId" clId="{51637C15-8E8E-4784-986C-C209BDF12069}" dt="2026-04-10T04:58:33.057" v="149" actId="478"/>
          <ac:spMkLst>
            <pc:docMk/>
            <pc:sldMk cId="0" sldId="261"/>
            <ac:spMk id="12" creationId="{00000000-0000-0000-0000-000000000000}"/>
          </ac:spMkLst>
        </pc:spChg>
        <pc:spChg chg="del mod">
          <ac:chgData name="Karthika Viswanath" userId="7907ff9632aac072" providerId="LiveId" clId="{51637C15-8E8E-4784-986C-C209BDF12069}" dt="2026-04-10T04:58:36.574" v="151" actId="478"/>
          <ac:spMkLst>
            <pc:docMk/>
            <pc:sldMk cId="0" sldId="261"/>
            <ac:spMk id="13" creationId="{00000000-0000-0000-0000-000000000000}"/>
          </ac:spMkLst>
        </pc:spChg>
        <pc:spChg chg="del">
          <ac:chgData name="Karthika Viswanath" userId="7907ff9632aac072" providerId="LiveId" clId="{51637C15-8E8E-4784-986C-C209BDF12069}" dt="2026-04-10T04:58:42.701" v="156" actId="478"/>
          <ac:spMkLst>
            <pc:docMk/>
            <pc:sldMk cId="0" sldId="261"/>
            <ac:spMk id="14" creationId="{00000000-0000-0000-0000-000000000000}"/>
          </ac:spMkLst>
        </pc:spChg>
        <pc:spChg chg="del">
          <ac:chgData name="Karthika Viswanath" userId="7907ff9632aac072" providerId="LiveId" clId="{51637C15-8E8E-4784-986C-C209BDF12069}" dt="2026-04-10T04:58:43.369" v="157" actId="478"/>
          <ac:spMkLst>
            <pc:docMk/>
            <pc:sldMk cId="0" sldId="261"/>
            <ac:spMk id="15" creationId="{00000000-0000-0000-0000-000000000000}"/>
          </ac:spMkLst>
        </pc:spChg>
        <pc:spChg chg="del mod">
          <ac:chgData name="Karthika Viswanath" userId="7907ff9632aac072" providerId="LiveId" clId="{51637C15-8E8E-4784-986C-C209BDF12069}" dt="2026-04-10T04:58:49.001" v="161" actId="478"/>
          <ac:spMkLst>
            <pc:docMk/>
            <pc:sldMk cId="0" sldId="261"/>
            <ac:spMk id="16" creationId="{00000000-0000-0000-0000-000000000000}"/>
          </ac:spMkLst>
        </pc:spChg>
        <pc:spChg chg="del">
          <ac:chgData name="Karthika Viswanath" userId="7907ff9632aac072" providerId="LiveId" clId="{51637C15-8E8E-4784-986C-C209BDF12069}" dt="2026-04-10T04:58:39.177" v="153" actId="478"/>
          <ac:spMkLst>
            <pc:docMk/>
            <pc:sldMk cId="0" sldId="261"/>
            <ac:spMk id="17" creationId="{00000000-0000-0000-0000-000000000000}"/>
          </ac:spMkLst>
        </pc:spChg>
        <pc:spChg chg="del">
          <ac:chgData name="Karthika Viswanath" userId="7907ff9632aac072" providerId="LiveId" clId="{51637C15-8E8E-4784-986C-C209BDF12069}" dt="2026-04-10T04:58:44.199" v="158" actId="478"/>
          <ac:spMkLst>
            <pc:docMk/>
            <pc:sldMk cId="0" sldId="261"/>
            <ac:spMk id="18" creationId="{00000000-0000-0000-0000-000000000000}"/>
          </ac:spMkLst>
        </pc:spChg>
        <pc:spChg chg="del">
          <ac:chgData name="Karthika Viswanath" userId="7907ff9632aac072" providerId="LiveId" clId="{51637C15-8E8E-4784-986C-C209BDF12069}" dt="2026-04-10T04:58:44.952" v="159" actId="478"/>
          <ac:spMkLst>
            <pc:docMk/>
            <pc:sldMk cId="0" sldId="261"/>
            <ac:spMk id="19" creationId="{00000000-0000-0000-0000-000000000000}"/>
          </ac:spMkLst>
        </pc:spChg>
        <pc:spChg chg="del">
          <ac:chgData name="Karthika Viswanath" userId="7907ff9632aac072" providerId="LiveId" clId="{51637C15-8E8E-4784-986C-C209BDF12069}" dt="2026-04-10T04:58:50.623" v="162" actId="478"/>
          <ac:spMkLst>
            <pc:docMk/>
            <pc:sldMk cId="0" sldId="261"/>
            <ac:spMk id="20" creationId="{00000000-0000-0000-0000-000000000000}"/>
          </ac:spMkLst>
        </pc:spChg>
        <pc:spChg chg="del">
          <ac:chgData name="Karthika Viswanath" userId="7907ff9632aac072" providerId="LiveId" clId="{51637C15-8E8E-4784-986C-C209BDF12069}" dt="2026-04-10T04:58:37.946" v="152" actId="478"/>
          <ac:spMkLst>
            <pc:docMk/>
            <pc:sldMk cId="0" sldId="261"/>
            <ac:spMk id="21" creationId="{00000000-0000-0000-0000-000000000000}"/>
          </ac:spMkLst>
        </pc:spChg>
        <pc:spChg chg="add mod">
          <ac:chgData name="Karthika Viswanath" userId="7907ff9632aac072" providerId="LiveId" clId="{51637C15-8E8E-4784-986C-C209BDF12069}" dt="2026-04-10T05:26:18.408" v="175" actId="1076"/>
          <ac:spMkLst>
            <pc:docMk/>
            <pc:sldMk cId="0" sldId="261"/>
            <ac:spMk id="22" creationId="{82A49159-7548-77FC-0BB4-BCC2D98D6142}"/>
          </ac:spMkLst>
        </pc:spChg>
      </pc:sldChg>
      <pc:sldChg chg="addSp delSp modSp mod">
        <pc:chgData name="Karthika Viswanath" userId="7907ff9632aac072" providerId="LiveId" clId="{51637C15-8E8E-4784-986C-C209BDF12069}" dt="2026-04-10T05:38:51.090" v="328" actId="2711"/>
        <pc:sldMkLst>
          <pc:docMk/>
          <pc:sldMk cId="0" sldId="262"/>
        </pc:sldMkLst>
        <pc:spChg chg="del">
          <ac:chgData name="Karthika Viswanath" userId="7907ff9632aac072" providerId="LiveId" clId="{51637C15-8E8E-4784-986C-C209BDF12069}" dt="2026-04-10T05:37:12.632" v="301" actId="478"/>
          <ac:spMkLst>
            <pc:docMk/>
            <pc:sldMk cId="0" sldId="262"/>
            <ac:spMk id="4" creationId="{00000000-0000-0000-0000-000000000000}"/>
          </ac:spMkLst>
        </pc:spChg>
        <pc:spChg chg="add mod">
          <ac:chgData name="Karthika Viswanath" userId="7907ff9632aac072" providerId="LiveId" clId="{51637C15-8E8E-4784-986C-C209BDF12069}" dt="2026-04-10T05:38:51.090" v="328" actId="2711"/>
          <ac:spMkLst>
            <pc:docMk/>
            <pc:sldMk cId="0" sldId="262"/>
            <ac:spMk id="5" creationId="{7A6116BD-F386-0C8D-C304-AD5768C1071C}"/>
          </ac:spMkLst>
        </pc:spChg>
        <pc:spChg chg="del">
          <ac:chgData name="Karthika Viswanath" userId="7907ff9632aac072" providerId="LiveId" clId="{51637C15-8E8E-4784-986C-C209BDF12069}" dt="2026-04-10T05:37:11.183" v="300" actId="478"/>
          <ac:spMkLst>
            <pc:docMk/>
            <pc:sldMk cId="0" sldId="262"/>
            <ac:spMk id="6" creationId="{00000000-0000-0000-0000-000000000000}"/>
          </ac:spMkLst>
        </pc:spChg>
        <pc:spChg chg="del">
          <ac:chgData name="Karthika Viswanath" userId="7907ff9632aac072" providerId="LiveId" clId="{51637C15-8E8E-4784-986C-C209BDF12069}" dt="2026-04-10T05:37:05.411" v="298" actId="478"/>
          <ac:spMkLst>
            <pc:docMk/>
            <pc:sldMk cId="0" sldId="262"/>
            <ac:spMk id="7" creationId="{00000000-0000-0000-0000-000000000000}"/>
          </ac:spMkLst>
        </pc:spChg>
        <pc:spChg chg="del">
          <ac:chgData name="Karthika Viswanath" userId="7907ff9632aac072" providerId="LiveId" clId="{51637C15-8E8E-4784-986C-C209BDF12069}" dt="2026-04-10T05:37:01.933" v="295" actId="478"/>
          <ac:spMkLst>
            <pc:docMk/>
            <pc:sldMk cId="0" sldId="262"/>
            <ac:spMk id="9" creationId="{00000000-0000-0000-0000-000000000000}"/>
          </ac:spMkLst>
        </pc:spChg>
        <pc:spChg chg="del">
          <ac:chgData name="Karthika Viswanath" userId="7907ff9632aac072" providerId="LiveId" clId="{51637C15-8E8E-4784-986C-C209BDF12069}" dt="2026-04-10T05:37:07.022" v="299" actId="478"/>
          <ac:spMkLst>
            <pc:docMk/>
            <pc:sldMk cId="0" sldId="262"/>
            <ac:spMk id="10" creationId="{00000000-0000-0000-0000-000000000000}"/>
          </ac:spMkLst>
        </pc:spChg>
        <pc:spChg chg="del mod">
          <ac:chgData name="Karthika Viswanath" userId="7907ff9632aac072" providerId="LiveId" clId="{51637C15-8E8E-4784-986C-C209BDF12069}" dt="2026-04-10T05:37:03.958" v="297" actId="478"/>
          <ac:spMkLst>
            <pc:docMk/>
            <pc:sldMk cId="0" sldId="262"/>
            <ac:spMk id="11" creationId="{00000000-0000-0000-0000-000000000000}"/>
          </ac:spMkLst>
        </pc:spChg>
        <pc:spChg chg="del">
          <ac:chgData name="Karthika Viswanath" userId="7907ff9632aac072" providerId="LiveId" clId="{51637C15-8E8E-4784-986C-C209BDF12069}" dt="2026-04-10T05:37:33.723" v="310" actId="478"/>
          <ac:spMkLst>
            <pc:docMk/>
            <pc:sldMk cId="0" sldId="262"/>
            <ac:spMk id="12" creationId="{00000000-0000-0000-0000-000000000000}"/>
          </ac:spMkLst>
        </pc:spChg>
        <pc:spChg chg="del">
          <ac:chgData name="Karthika Viswanath" userId="7907ff9632aac072" providerId="LiveId" clId="{51637C15-8E8E-4784-986C-C209BDF12069}" dt="2026-04-10T05:37:18.311" v="303" actId="478"/>
          <ac:spMkLst>
            <pc:docMk/>
            <pc:sldMk cId="0" sldId="262"/>
            <ac:spMk id="14" creationId="{00000000-0000-0000-0000-000000000000}"/>
          </ac:spMkLst>
        </pc:spChg>
        <pc:spChg chg="del">
          <ac:chgData name="Karthika Viswanath" userId="7907ff9632aac072" providerId="LiveId" clId="{51637C15-8E8E-4784-986C-C209BDF12069}" dt="2026-04-10T05:37:38.855" v="311" actId="478"/>
          <ac:spMkLst>
            <pc:docMk/>
            <pc:sldMk cId="0" sldId="262"/>
            <ac:spMk id="15" creationId="{00000000-0000-0000-0000-000000000000}"/>
          </ac:spMkLst>
        </pc:spChg>
        <pc:spChg chg="del">
          <ac:chgData name="Karthika Viswanath" userId="7907ff9632aac072" providerId="LiveId" clId="{51637C15-8E8E-4784-986C-C209BDF12069}" dt="2026-04-10T05:37:28.930" v="308" actId="478"/>
          <ac:spMkLst>
            <pc:docMk/>
            <pc:sldMk cId="0" sldId="262"/>
            <ac:spMk id="16" creationId="{00000000-0000-0000-0000-000000000000}"/>
          </ac:spMkLst>
        </pc:spChg>
        <pc:spChg chg="del">
          <ac:chgData name="Karthika Viswanath" userId="7907ff9632aac072" providerId="LiveId" clId="{51637C15-8E8E-4784-986C-C209BDF12069}" dt="2026-04-10T05:37:21.058" v="305" actId="478"/>
          <ac:spMkLst>
            <pc:docMk/>
            <pc:sldMk cId="0" sldId="262"/>
            <ac:spMk id="17" creationId="{00000000-0000-0000-0000-000000000000}"/>
          </ac:spMkLst>
        </pc:spChg>
        <pc:spChg chg="del">
          <ac:chgData name="Karthika Viswanath" userId="7907ff9632aac072" providerId="LiveId" clId="{51637C15-8E8E-4784-986C-C209BDF12069}" dt="2026-04-10T05:37:19.472" v="304" actId="478"/>
          <ac:spMkLst>
            <pc:docMk/>
            <pc:sldMk cId="0" sldId="262"/>
            <ac:spMk id="19" creationId="{00000000-0000-0000-0000-000000000000}"/>
          </ac:spMkLst>
        </pc:spChg>
        <pc:spChg chg="del">
          <ac:chgData name="Karthika Viswanath" userId="7907ff9632aac072" providerId="LiveId" clId="{51637C15-8E8E-4784-986C-C209BDF12069}" dt="2026-04-10T05:37:23.007" v="306" actId="478"/>
          <ac:spMkLst>
            <pc:docMk/>
            <pc:sldMk cId="0" sldId="262"/>
            <ac:spMk id="20" creationId="{00000000-0000-0000-0000-000000000000}"/>
          </ac:spMkLst>
        </pc:spChg>
        <pc:spChg chg="del">
          <ac:chgData name="Karthika Viswanath" userId="7907ff9632aac072" providerId="LiveId" clId="{51637C15-8E8E-4784-986C-C209BDF12069}" dt="2026-04-10T05:37:24.256" v="307" actId="478"/>
          <ac:spMkLst>
            <pc:docMk/>
            <pc:sldMk cId="0" sldId="262"/>
            <ac:spMk id="21" creationId="{00000000-0000-0000-0000-000000000000}"/>
          </ac:spMkLst>
        </pc:spChg>
        <pc:graphicFrameChg chg="add mod">
          <ac:chgData name="Karthika Viswanath" userId="7907ff9632aac072" providerId="LiveId" clId="{51637C15-8E8E-4784-986C-C209BDF12069}" dt="2026-04-10T05:38:20.647" v="324" actId="14100"/>
          <ac:graphicFrameMkLst>
            <pc:docMk/>
            <pc:sldMk cId="0" sldId="262"/>
            <ac:graphicFrameMk id="2" creationId="{A874AE57-BBFD-71AF-A605-777B33AE5F08}"/>
          </ac:graphicFrameMkLst>
        </pc:graphicFrameChg>
        <pc:graphicFrameChg chg="add mod modGraphic">
          <ac:chgData name="Karthika Viswanath" userId="7907ff9632aac072" providerId="LiveId" clId="{51637C15-8E8E-4784-986C-C209BDF12069}" dt="2026-04-10T05:38:14.981" v="322" actId="14100"/>
          <ac:graphicFrameMkLst>
            <pc:docMk/>
            <pc:sldMk cId="0" sldId="262"/>
            <ac:graphicFrameMk id="3" creationId="{0B0A870C-5C28-7526-D7D4-C211AF933E68}"/>
          </ac:graphicFrameMkLst>
        </pc:graphicFrameChg>
      </pc:sldChg>
      <pc:sldChg chg="modSp mod">
        <pc:chgData name="Karthika Viswanath" userId="7907ff9632aac072" providerId="LiveId" clId="{51637C15-8E8E-4784-986C-C209BDF12069}" dt="2026-04-10T05:40:56.234" v="342" actId="123"/>
        <pc:sldMkLst>
          <pc:docMk/>
          <pc:sldMk cId="0" sldId="264"/>
        </pc:sldMkLst>
        <pc:spChg chg="mod">
          <ac:chgData name="Karthika Viswanath" userId="7907ff9632aac072" providerId="LiveId" clId="{51637C15-8E8E-4784-986C-C209BDF12069}" dt="2026-04-10T05:40:56.234" v="342" actId="123"/>
          <ac:spMkLst>
            <pc:docMk/>
            <pc:sldMk cId="0" sldId="264"/>
            <ac:spMk id="14" creationId="{00000000-0000-0000-0000-000000000000}"/>
          </ac:spMkLst>
        </pc:spChg>
        <pc:picChg chg="mod">
          <ac:chgData name="Karthika Viswanath" userId="7907ff9632aac072" providerId="LiveId" clId="{51637C15-8E8E-4784-986C-C209BDF12069}" dt="2026-04-10T05:40:13.231" v="334" actId="1076"/>
          <ac:picMkLst>
            <pc:docMk/>
            <pc:sldMk cId="0" sldId="264"/>
            <ac:picMk id="20" creationId="{BAE68F53-65EE-1751-E92D-7025D978B68E}"/>
          </ac:picMkLst>
        </pc:picChg>
      </pc:sldChg>
      <pc:sldChg chg="addSp delSp modSp mod">
        <pc:chgData name="Karthika Viswanath" userId="7907ff9632aac072" providerId="LiveId" clId="{51637C15-8E8E-4784-986C-C209BDF12069}" dt="2026-04-10T05:50:04.991" v="490" actId="2711"/>
        <pc:sldMkLst>
          <pc:docMk/>
          <pc:sldMk cId="0" sldId="265"/>
        </pc:sldMkLst>
        <pc:spChg chg="add del mod">
          <ac:chgData name="Karthika Viswanath" userId="7907ff9632aac072" providerId="LiveId" clId="{51637C15-8E8E-4784-986C-C209BDF12069}" dt="2026-04-10T05:43:17.724" v="364" actId="22"/>
          <ac:spMkLst>
            <pc:docMk/>
            <pc:sldMk cId="0" sldId="265"/>
            <ac:spMk id="5" creationId="{03AC0AB8-E1D8-E68B-85DE-91AB1CE12E38}"/>
          </ac:spMkLst>
        </pc:spChg>
        <pc:spChg chg="add del mod">
          <ac:chgData name="Karthika Viswanath" userId="7907ff9632aac072" providerId="LiveId" clId="{51637C15-8E8E-4784-986C-C209BDF12069}" dt="2026-04-10T05:49:01.092" v="483"/>
          <ac:spMkLst>
            <pc:docMk/>
            <pc:sldMk cId="0" sldId="265"/>
            <ac:spMk id="8" creationId="{C923177C-3F90-3B63-6B8C-190A64B22C36}"/>
          </ac:spMkLst>
        </pc:spChg>
        <pc:spChg chg="add mod">
          <ac:chgData name="Karthika Viswanath" userId="7907ff9632aac072" providerId="LiveId" clId="{51637C15-8E8E-4784-986C-C209BDF12069}" dt="2026-04-10T05:50:04.991" v="490" actId="2711"/>
          <ac:spMkLst>
            <pc:docMk/>
            <pc:sldMk cId="0" sldId="265"/>
            <ac:spMk id="9" creationId="{917E681C-B2B6-4FE2-2238-BDA3AFF9FF94}"/>
          </ac:spMkLst>
        </pc:spChg>
        <pc:spChg chg="mod">
          <ac:chgData name="Karthika Viswanath" userId="7907ff9632aac072" providerId="LiveId" clId="{51637C15-8E8E-4784-986C-C209BDF12069}" dt="2026-04-10T05:41:59.445" v="352" actId="14100"/>
          <ac:spMkLst>
            <pc:docMk/>
            <pc:sldMk cId="0" sldId="265"/>
            <ac:spMk id="14" creationId="{00000000-0000-0000-0000-000000000000}"/>
          </ac:spMkLst>
        </pc:spChg>
        <pc:graphicFrameChg chg="add del modGraphic">
          <ac:chgData name="Karthika Viswanath" userId="7907ff9632aac072" providerId="LiveId" clId="{51637C15-8E8E-4784-986C-C209BDF12069}" dt="2026-04-10T05:44:21.524" v="366" actId="1032"/>
          <ac:graphicFrameMkLst>
            <pc:docMk/>
            <pc:sldMk cId="0" sldId="265"/>
            <ac:graphicFrameMk id="6" creationId="{61ECB089-4C99-B493-2A6C-F74E40B729E8}"/>
          </ac:graphicFrameMkLst>
        </pc:graphicFrameChg>
        <pc:graphicFrameChg chg="add mod modGraphic">
          <ac:chgData name="Karthika Viswanath" userId="7907ff9632aac072" providerId="LiveId" clId="{51637C15-8E8E-4784-986C-C209BDF12069}" dt="2026-04-10T05:49:59.037" v="488" actId="14100"/>
          <ac:graphicFrameMkLst>
            <pc:docMk/>
            <pc:sldMk cId="0" sldId="265"/>
            <ac:graphicFrameMk id="7" creationId="{1BBF10D7-A508-863F-D52A-CAB67DBD47E2}"/>
          </ac:graphicFrameMkLst>
        </pc:graphicFrameChg>
        <pc:picChg chg="mod">
          <ac:chgData name="Karthika Viswanath" userId="7907ff9632aac072" providerId="LiveId" clId="{51637C15-8E8E-4784-986C-C209BDF12069}" dt="2026-04-10T05:41:49.668" v="350" actId="14100"/>
          <ac:picMkLst>
            <pc:docMk/>
            <pc:sldMk cId="0" sldId="265"/>
            <ac:picMk id="2" creationId="{412449DB-BF51-DAAE-EA83-F4C008967631}"/>
          </ac:picMkLst>
        </pc:picChg>
      </pc:sldChg>
      <pc:sldChg chg="modSp mod">
        <pc:chgData name="Karthika Viswanath" userId="7907ff9632aac072" providerId="LiveId" clId="{51637C15-8E8E-4784-986C-C209BDF12069}" dt="2026-04-09T10:05:52" v="91" actId="20577"/>
        <pc:sldMkLst>
          <pc:docMk/>
          <pc:sldMk cId="121223606" sldId="268"/>
        </pc:sldMkLst>
        <pc:spChg chg="mod">
          <ac:chgData name="Karthika Viswanath" userId="7907ff9632aac072" providerId="LiveId" clId="{51637C15-8E8E-4784-986C-C209BDF12069}" dt="2026-04-09T10:05:21.067" v="29" actId="20577"/>
          <ac:spMkLst>
            <pc:docMk/>
            <pc:sldMk cId="121223606" sldId="268"/>
            <ac:spMk id="42" creationId="{2E9FAC26-1E84-D690-0FD4-B1A364AF40DE}"/>
          </ac:spMkLst>
        </pc:spChg>
        <pc:spChg chg="mod">
          <ac:chgData name="Karthika Viswanath" userId="7907ff9632aac072" providerId="LiveId" clId="{51637C15-8E8E-4784-986C-C209BDF12069}" dt="2026-04-09T10:05:40.023" v="58" actId="14100"/>
          <ac:spMkLst>
            <pc:docMk/>
            <pc:sldMk cId="121223606" sldId="268"/>
            <ac:spMk id="43" creationId="{B84F91E2-C42E-10B3-A03A-88AA58AF1258}"/>
          </ac:spMkLst>
        </pc:spChg>
        <pc:spChg chg="mod">
          <ac:chgData name="Karthika Viswanath" userId="7907ff9632aac072" providerId="LiveId" clId="{51637C15-8E8E-4784-986C-C209BDF12069}" dt="2026-04-09T10:05:52" v="91" actId="20577"/>
          <ac:spMkLst>
            <pc:docMk/>
            <pc:sldMk cId="121223606" sldId="268"/>
            <ac:spMk id="68" creationId="{A541DFB6-306C-CD3E-24BD-6D7131F87B73}"/>
          </ac:spMkLst>
        </pc:spChg>
      </pc:sldChg>
      <pc:sldChg chg="delSp modSp add mod setBg">
        <pc:chgData name="Karthika Viswanath" userId="7907ff9632aac072" providerId="LiveId" clId="{51637C15-8E8E-4784-986C-C209BDF12069}" dt="2026-04-10T05:28:24.561" v="201" actId="2711"/>
        <pc:sldMkLst>
          <pc:docMk/>
          <pc:sldMk cId="914915445" sldId="269"/>
        </pc:sldMkLst>
        <pc:spChg chg="del">
          <ac:chgData name="Karthika Viswanath" userId="7907ff9632aac072" providerId="LiveId" clId="{51637C15-8E8E-4784-986C-C209BDF12069}" dt="2026-04-10T05:26:24.153" v="176" actId="478"/>
          <ac:spMkLst>
            <pc:docMk/>
            <pc:sldMk cId="914915445" sldId="269"/>
            <ac:spMk id="6" creationId="{3EB36587-937D-8015-D46B-B08D58045EDE}"/>
          </ac:spMkLst>
        </pc:spChg>
        <pc:spChg chg="del">
          <ac:chgData name="Karthika Viswanath" userId="7907ff9632aac072" providerId="LiveId" clId="{51637C15-8E8E-4784-986C-C209BDF12069}" dt="2026-04-10T05:26:28.161" v="178" actId="478"/>
          <ac:spMkLst>
            <pc:docMk/>
            <pc:sldMk cId="914915445" sldId="269"/>
            <ac:spMk id="7" creationId="{166DCB0C-9A59-2B14-0C00-37E1F3BBBE4D}"/>
          </ac:spMkLst>
        </pc:spChg>
        <pc:spChg chg="del">
          <ac:chgData name="Karthika Viswanath" userId="7907ff9632aac072" providerId="LiveId" clId="{51637C15-8E8E-4784-986C-C209BDF12069}" dt="2026-04-10T05:26:25.913" v="177" actId="478"/>
          <ac:spMkLst>
            <pc:docMk/>
            <pc:sldMk cId="914915445" sldId="269"/>
            <ac:spMk id="8" creationId="{9A293409-24BA-1417-071D-17E27BB6EFEC}"/>
          </ac:spMkLst>
        </pc:spChg>
        <pc:spChg chg="del mod">
          <ac:chgData name="Karthika Viswanath" userId="7907ff9632aac072" providerId="LiveId" clId="{51637C15-8E8E-4784-986C-C209BDF12069}" dt="2026-04-10T05:26:30.400" v="180" actId="478"/>
          <ac:spMkLst>
            <pc:docMk/>
            <pc:sldMk cId="914915445" sldId="269"/>
            <ac:spMk id="9" creationId="{6DCBB3B8-CF02-738F-F4E0-1E6ECDFBB1E6}"/>
          </ac:spMkLst>
        </pc:spChg>
        <pc:spChg chg="mod">
          <ac:chgData name="Karthika Viswanath" userId="7907ff9632aac072" providerId="LiveId" clId="{51637C15-8E8E-4784-986C-C209BDF12069}" dt="2026-04-10T05:28:00.209" v="195" actId="1076"/>
          <ac:spMkLst>
            <pc:docMk/>
            <pc:sldMk cId="914915445" sldId="269"/>
            <ac:spMk id="10" creationId="{0E1C5337-B79E-C4CC-E321-6F036FC08E1C}"/>
          </ac:spMkLst>
        </pc:spChg>
        <pc:spChg chg="mod">
          <ac:chgData name="Karthika Viswanath" userId="7907ff9632aac072" providerId="LiveId" clId="{51637C15-8E8E-4784-986C-C209BDF12069}" dt="2026-04-10T05:28:03.967" v="196" actId="1076"/>
          <ac:spMkLst>
            <pc:docMk/>
            <pc:sldMk cId="914915445" sldId="269"/>
            <ac:spMk id="11" creationId="{DB89B166-9234-E146-2221-667E10EA4B5E}"/>
          </ac:spMkLst>
        </pc:spChg>
        <pc:spChg chg="mod">
          <ac:chgData name="Karthika Viswanath" userId="7907ff9632aac072" providerId="LiveId" clId="{51637C15-8E8E-4784-986C-C209BDF12069}" dt="2026-04-10T05:27:56.698" v="194" actId="1076"/>
          <ac:spMkLst>
            <pc:docMk/>
            <pc:sldMk cId="914915445" sldId="269"/>
            <ac:spMk id="12" creationId="{23A318A8-91E2-6CBB-83BE-9A3CB6C91F32}"/>
          </ac:spMkLst>
        </pc:spChg>
        <pc:spChg chg="mod">
          <ac:chgData name="Karthika Viswanath" userId="7907ff9632aac072" providerId="LiveId" clId="{51637C15-8E8E-4784-986C-C209BDF12069}" dt="2026-04-10T05:28:24.561" v="201" actId="2711"/>
          <ac:spMkLst>
            <pc:docMk/>
            <pc:sldMk cId="914915445" sldId="269"/>
            <ac:spMk id="13" creationId="{D20BFC21-5190-5F06-8ADA-4589368BE763}"/>
          </ac:spMkLst>
        </pc:spChg>
        <pc:spChg chg="del">
          <ac:chgData name="Karthika Viswanath" userId="7907ff9632aac072" providerId="LiveId" clId="{51637C15-8E8E-4784-986C-C209BDF12069}" dt="2026-04-10T05:26:35.589" v="181" actId="478"/>
          <ac:spMkLst>
            <pc:docMk/>
            <pc:sldMk cId="914915445" sldId="269"/>
            <ac:spMk id="14" creationId="{11CFFB56-42C8-13DE-4891-1C763628343B}"/>
          </ac:spMkLst>
        </pc:spChg>
        <pc:spChg chg="del">
          <ac:chgData name="Karthika Viswanath" userId="7907ff9632aac072" providerId="LiveId" clId="{51637C15-8E8E-4784-986C-C209BDF12069}" dt="2026-04-10T05:26:38.682" v="183" actId="478"/>
          <ac:spMkLst>
            <pc:docMk/>
            <pc:sldMk cId="914915445" sldId="269"/>
            <ac:spMk id="15" creationId="{9B493E9B-AF1C-6CFD-7693-0275376DC755}"/>
          </ac:spMkLst>
        </pc:spChg>
        <pc:spChg chg="del">
          <ac:chgData name="Karthika Viswanath" userId="7907ff9632aac072" providerId="LiveId" clId="{51637C15-8E8E-4784-986C-C209BDF12069}" dt="2026-04-10T05:26:37.720" v="182" actId="478"/>
          <ac:spMkLst>
            <pc:docMk/>
            <pc:sldMk cId="914915445" sldId="269"/>
            <ac:spMk id="16" creationId="{FED2398B-93DE-B879-F4BC-B88E480E3650}"/>
          </ac:spMkLst>
        </pc:spChg>
        <pc:spChg chg="del">
          <ac:chgData name="Karthika Viswanath" userId="7907ff9632aac072" providerId="LiveId" clId="{51637C15-8E8E-4784-986C-C209BDF12069}" dt="2026-04-10T05:26:48.448" v="190" actId="478"/>
          <ac:spMkLst>
            <pc:docMk/>
            <pc:sldMk cId="914915445" sldId="269"/>
            <ac:spMk id="17" creationId="{4A5A4F02-F27E-9F5C-3203-89BFE9F8EECF}"/>
          </ac:spMkLst>
        </pc:spChg>
        <pc:spChg chg="del">
          <ac:chgData name="Karthika Viswanath" userId="7907ff9632aac072" providerId="LiveId" clId="{51637C15-8E8E-4784-986C-C209BDF12069}" dt="2026-04-10T05:26:40.608" v="185" actId="478"/>
          <ac:spMkLst>
            <pc:docMk/>
            <pc:sldMk cId="914915445" sldId="269"/>
            <ac:spMk id="18" creationId="{486071B3-FB57-DBE0-370C-02FB3DBE4FB0}"/>
          </ac:spMkLst>
        </pc:spChg>
        <pc:spChg chg="del">
          <ac:chgData name="Karthika Viswanath" userId="7907ff9632aac072" providerId="LiveId" clId="{51637C15-8E8E-4784-986C-C209BDF12069}" dt="2026-04-10T05:26:39.852" v="184" actId="478"/>
          <ac:spMkLst>
            <pc:docMk/>
            <pc:sldMk cId="914915445" sldId="269"/>
            <ac:spMk id="19" creationId="{F119B58E-4000-43F6-8887-17DDE7379AF9}"/>
          </ac:spMkLst>
        </pc:spChg>
        <pc:spChg chg="del mod">
          <ac:chgData name="Karthika Viswanath" userId="7907ff9632aac072" providerId="LiveId" clId="{51637C15-8E8E-4784-986C-C209BDF12069}" dt="2026-04-10T05:26:45.313" v="188" actId="478"/>
          <ac:spMkLst>
            <pc:docMk/>
            <pc:sldMk cId="914915445" sldId="269"/>
            <ac:spMk id="20" creationId="{87315C0A-0C20-4583-BE67-1C9FFAB59C12}"/>
          </ac:spMkLst>
        </pc:spChg>
        <pc:spChg chg="del mod">
          <ac:chgData name="Karthika Viswanath" userId="7907ff9632aac072" providerId="LiveId" clId="{51637C15-8E8E-4784-986C-C209BDF12069}" dt="2026-04-10T05:26:47.322" v="189" actId="478"/>
          <ac:spMkLst>
            <pc:docMk/>
            <pc:sldMk cId="914915445" sldId="269"/>
            <ac:spMk id="21" creationId="{2B048503-DB31-846A-7773-A8FA745670EE}"/>
          </ac:spMkLst>
        </pc:spChg>
      </pc:sldChg>
      <pc:sldChg chg="addSp modSp new del mod">
        <pc:chgData name="Karthika Viswanath" userId="7907ff9632aac072" providerId="LiveId" clId="{51637C15-8E8E-4784-986C-C209BDF12069}" dt="2026-04-10T04:57:58.761" v="142" actId="47"/>
        <pc:sldMkLst>
          <pc:docMk/>
          <pc:sldMk cId="1298324481" sldId="269"/>
        </pc:sldMkLst>
        <pc:spChg chg="add mod">
          <ac:chgData name="Karthika Viswanath" userId="7907ff9632aac072" providerId="LiveId" clId="{51637C15-8E8E-4784-986C-C209BDF12069}" dt="2026-04-10T04:57:43.606" v="141" actId="14100"/>
          <ac:spMkLst>
            <pc:docMk/>
            <pc:sldMk cId="1298324481" sldId="269"/>
            <ac:spMk id="3" creationId="{18812EC4-D63C-5403-E78C-AF70900AA23C}"/>
          </ac:spMkLst>
        </pc:spChg>
      </pc:sldChg>
      <pc:sldChg chg="addSp delSp modSp add mod ord setBg">
        <pc:chgData name="Karthika Viswanath" userId="7907ff9632aac072" providerId="LiveId" clId="{51637C15-8E8E-4784-986C-C209BDF12069}" dt="2026-04-10T06:56:28.569" v="491" actId="14100"/>
        <pc:sldMkLst>
          <pc:docMk/>
          <pc:sldMk cId="3647308627" sldId="270"/>
        </pc:sldMkLst>
        <pc:spChg chg="del">
          <ac:chgData name="Karthika Viswanath" userId="7907ff9632aac072" providerId="LiveId" clId="{51637C15-8E8E-4784-986C-C209BDF12069}" dt="2026-04-10T05:28:43.766" v="202" actId="478"/>
          <ac:spMkLst>
            <pc:docMk/>
            <pc:sldMk cId="3647308627" sldId="270"/>
            <ac:spMk id="6" creationId="{B62346C9-4C48-34CB-25ED-F8C71C9BC283}"/>
          </ac:spMkLst>
        </pc:spChg>
        <pc:spChg chg="del">
          <ac:chgData name="Karthika Viswanath" userId="7907ff9632aac072" providerId="LiveId" clId="{51637C15-8E8E-4784-986C-C209BDF12069}" dt="2026-04-10T05:28:45.945" v="204" actId="478"/>
          <ac:spMkLst>
            <pc:docMk/>
            <pc:sldMk cId="3647308627" sldId="270"/>
            <ac:spMk id="7" creationId="{DE6F936E-569C-5517-1129-5A93C4F7A353}"/>
          </ac:spMkLst>
        </pc:spChg>
        <pc:spChg chg="del">
          <ac:chgData name="Karthika Viswanath" userId="7907ff9632aac072" providerId="LiveId" clId="{51637C15-8E8E-4784-986C-C209BDF12069}" dt="2026-04-10T05:28:45.069" v="203" actId="478"/>
          <ac:spMkLst>
            <pc:docMk/>
            <pc:sldMk cId="3647308627" sldId="270"/>
            <ac:spMk id="8" creationId="{E572D3A2-3BAF-B627-7575-9AED9C814AC1}"/>
          </ac:spMkLst>
        </pc:spChg>
        <pc:spChg chg="del">
          <ac:chgData name="Karthika Viswanath" userId="7907ff9632aac072" providerId="LiveId" clId="{51637C15-8E8E-4784-986C-C209BDF12069}" dt="2026-04-10T05:28:51.701" v="208" actId="478"/>
          <ac:spMkLst>
            <pc:docMk/>
            <pc:sldMk cId="3647308627" sldId="270"/>
            <ac:spMk id="9" creationId="{5D84E9BB-105A-A373-D757-DCFA0B0D7DBE}"/>
          </ac:spMkLst>
        </pc:spChg>
        <pc:spChg chg="del">
          <ac:chgData name="Karthika Viswanath" userId="7907ff9632aac072" providerId="LiveId" clId="{51637C15-8E8E-4784-986C-C209BDF12069}" dt="2026-04-10T05:28:48.094" v="206" actId="478"/>
          <ac:spMkLst>
            <pc:docMk/>
            <pc:sldMk cId="3647308627" sldId="270"/>
            <ac:spMk id="10" creationId="{B1B24EB7-E9C0-CA7F-BDC5-BC195F246928}"/>
          </ac:spMkLst>
        </pc:spChg>
        <pc:spChg chg="del">
          <ac:chgData name="Karthika Viswanath" userId="7907ff9632aac072" providerId="LiveId" clId="{51637C15-8E8E-4784-986C-C209BDF12069}" dt="2026-04-10T05:28:49.300" v="207" actId="478"/>
          <ac:spMkLst>
            <pc:docMk/>
            <pc:sldMk cId="3647308627" sldId="270"/>
            <ac:spMk id="11" creationId="{97BFB4E0-8281-5161-A23C-C019125472B8}"/>
          </ac:spMkLst>
        </pc:spChg>
        <pc:spChg chg="del">
          <ac:chgData name="Karthika Viswanath" userId="7907ff9632aac072" providerId="LiveId" clId="{51637C15-8E8E-4784-986C-C209BDF12069}" dt="2026-04-10T05:28:47.298" v="205" actId="478"/>
          <ac:spMkLst>
            <pc:docMk/>
            <pc:sldMk cId="3647308627" sldId="270"/>
            <ac:spMk id="12" creationId="{A67FA583-5D1D-C3AF-1ED1-79FB085E747F}"/>
          </ac:spMkLst>
        </pc:spChg>
        <pc:spChg chg="del">
          <ac:chgData name="Karthika Viswanath" userId="7907ff9632aac072" providerId="LiveId" clId="{51637C15-8E8E-4784-986C-C209BDF12069}" dt="2026-04-10T05:28:53.050" v="209" actId="478"/>
          <ac:spMkLst>
            <pc:docMk/>
            <pc:sldMk cId="3647308627" sldId="270"/>
            <ac:spMk id="13" creationId="{588FBFAC-2B58-D1A3-34D4-FCF66AF554A2}"/>
          </ac:spMkLst>
        </pc:spChg>
        <pc:spChg chg="mod">
          <ac:chgData name="Karthika Viswanath" userId="7907ff9632aac072" providerId="LiveId" clId="{51637C15-8E8E-4784-986C-C209BDF12069}" dt="2026-04-10T05:29:00.743" v="211" actId="1076"/>
          <ac:spMkLst>
            <pc:docMk/>
            <pc:sldMk cId="3647308627" sldId="270"/>
            <ac:spMk id="14" creationId="{F987E3E6-3838-ECA6-9B3D-03D493DAC259}"/>
          </ac:spMkLst>
        </pc:spChg>
        <pc:spChg chg="mod">
          <ac:chgData name="Karthika Viswanath" userId="7907ff9632aac072" providerId="LiveId" clId="{51637C15-8E8E-4784-986C-C209BDF12069}" dt="2026-04-10T05:29:04.058" v="212" actId="1076"/>
          <ac:spMkLst>
            <pc:docMk/>
            <pc:sldMk cId="3647308627" sldId="270"/>
            <ac:spMk id="15" creationId="{6C2A02FD-373B-40E6-98F0-7DB44D57FA77}"/>
          </ac:spMkLst>
        </pc:spChg>
        <pc:spChg chg="mod">
          <ac:chgData name="Karthika Viswanath" userId="7907ff9632aac072" providerId="LiveId" clId="{51637C15-8E8E-4784-986C-C209BDF12069}" dt="2026-04-10T05:31:14.245" v="224"/>
          <ac:spMkLst>
            <pc:docMk/>
            <pc:sldMk cId="3647308627" sldId="270"/>
            <ac:spMk id="16" creationId="{BEC040FA-D00B-C462-E239-6A16BA0F6991}"/>
          </ac:spMkLst>
        </pc:spChg>
        <pc:spChg chg="mod">
          <ac:chgData name="Karthika Viswanath" userId="7907ff9632aac072" providerId="LiveId" clId="{51637C15-8E8E-4784-986C-C209BDF12069}" dt="2026-04-10T05:29:54.425" v="219" actId="6549"/>
          <ac:spMkLst>
            <pc:docMk/>
            <pc:sldMk cId="3647308627" sldId="270"/>
            <ac:spMk id="17" creationId="{06E1D5B9-77FD-AD25-83F7-B4821C017242}"/>
          </ac:spMkLst>
        </pc:spChg>
        <pc:spChg chg="del">
          <ac:chgData name="Karthika Viswanath" userId="7907ff9632aac072" providerId="LiveId" clId="{51637C15-8E8E-4784-986C-C209BDF12069}" dt="2026-04-10T05:29:05.802" v="213" actId="478"/>
          <ac:spMkLst>
            <pc:docMk/>
            <pc:sldMk cId="3647308627" sldId="270"/>
            <ac:spMk id="18" creationId="{03C9A2F5-34C9-EF47-5B5A-90C5D2110A06}"/>
          </ac:spMkLst>
        </pc:spChg>
        <pc:spChg chg="del">
          <ac:chgData name="Karthika Viswanath" userId="7907ff9632aac072" providerId="LiveId" clId="{51637C15-8E8E-4784-986C-C209BDF12069}" dt="2026-04-10T05:29:10.223" v="215" actId="478"/>
          <ac:spMkLst>
            <pc:docMk/>
            <pc:sldMk cId="3647308627" sldId="270"/>
            <ac:spMk id="19" creationId="{AB2FC258-1706-E331-65D5-F47A4D4DF2A9}"/>
          </ac:spMkLst>
        </pc:spChg>
        <pc:spChg chg="del">
          <ac:chgData name="Karthika Viswanath" userId="7907ff9632aac072" providerId="LiveId" clId="{51637C15-8E8E-4784-986C-C209BDF12069}" dt="2026-04-10T05:29:09.229" v="214" actId="478"/>
          <ac:spMkLst>
            <pc:docMk/>
            <pc:sldMk cId="3647308627" sldId="270"/>
            <ac:spMk id="20" creationId="{D05EFD30-A064-BFD6-8FD2-0E16415B9707}"/>
          </ac:spMkLst>
        </pc:spChg>
        <pc:spChg chg="del mod">
          <ac:chgData name="Karthika Viswanath" userId="7907ff9632aac072" providerId="LiveId" clId="{51637C15-8E8E-4784-986C-C209BDF12069}" dt="2026-04-10T05:29:13.026" v="217" actId="478"/>
          <ac:spMkLst>
            <pc:docMk/>
            <pc:sldMk cId="3647308627" sldId="270"/>
            <ac:spMk id="21" creationId="{314B2072-E8AA-1E98-CDF9-AB73BFB418CD}"/>
          </ac:spMkLst>
        </pc:spChg>
        <pc:picChg chg="add mod">
          <ac:chgData name="Karthika Viswanath" userId="7907ff9632aac072" providerId="LiveId" clId="{51637C15-8E8E-4784-986C-C209BDF12069}" dt="2026-04-10T06:56:28.569" v="491" actId="14100"/>
          <ac:picMkLst>
            <pc:docMk/>
            <pc:sldMk cId="3647308627" sldId="270"/>
            <ac:picMk id="2" creationId="{5237EC04-E5B0-2C8D-D31D-848061E7A3BD}"/>
          </ac:picMkLst>
        </pc:picChg>
      </pc:sldChg>
      <pc:sldChg chg="addSp delSp modSp add mod setBg chgLayout">
        <pc:chgData name="Karthika Viswanath" userId="7907ff9632aac072" providerId="LiveId" clId="{51637C15-8E8E-4784-986C-C209BDF12069}" dt="2026-04-10T05:35:03.912" v="293"/>
        <pc:sldMkLst>
          <pc:docMk/>
          <pc:sldMk cId="804538185" sldId="271"/>
        </pc:sldMkLst>
        <pc:spChg chg="add">
          <ac:chgData name="Karthika Viswanath" userId="7907ff9632aac072" providerId="LiveId" clId="{51637C15-8E8E-4784-986C-C209BDF12069}" dt="2026-04-10T05:32:43.167" v="258"/>
          <ac:spMkLst>
            <pc:docMk/>
            <pc:sldMk cId="804538185" sldId="271"/>
            <ac:spMk id="2" creationId="{025E9DC4-3069-CC54-2C22-577CE60B03D2}"/>
          </ac:spMkLst>
        </pc:spChg>
        <pc:spChg chg="add">
          <ac:chgData name="Karthika Viswanath" userId="7907ff9632aac072" providerId="LiveId" clId="{51637C15-8E8E-4784-986C-C209BDF12069}" dt="2026-04-10T05:33:02.658" v="259"/>
          <ac:spMkLst>
            <pc:docMk/>
            <pc:sldMk cId="804538185" sldId="271"/>
            <ac:spMk id="3" creationId="{601DCF18-1A4F-0F07-15E4-D35B0345C103}"/>
          </ac:spMkLst>
        </pc:spChg>
        <pc:spChg chg="add del mod">
          <ac:chgData name="Karthika Viswanath" userId="7907ff9632aac072" providerId="LiveId" clId="{51637C15-8E8E-4784-986C-C209BDF12069}" dt="2026-04-10T05:33:28.107" v="266" actId="478"/>
          <ac:spMkLst>
            <pc:docMk/>
            <pc:sldMk cId="804538185" sldId="271"/>
            <ac:spMk id="5" creationId="{2D548347-8E56-A0EB-9B50-5A86A5E665F8}"/>
          </ac:spMkLst>
        </pc:spChg>
        <pc:spChg chg="del">
          <ac:chgData name="Karthika Viswanath" userId="7907ff9632aac072" providerId="LiveId" clId="{51637C15-8E8E-4784-986C-C209BDF12069}" dt="2026-04-10T05:31:18.485" v="227" actId="478"/>
          <ac:spMkLst>
            <pc:docMk/>
            <pc:sldMk cId="804538185" sldId="271"/>
            <ac:spMk id="6" creationId="{CDE992F2-5C26-D01A-130B-BEDFCC6F6BC1}"/>
          </ac:spMkLst>
        </pc:spChg>
        <pc:spChg chg="del">
          <ac:chgData name="Karthika Viswanath" userId="7907ff9632aac072" providerId="LiveId" clId="{51637C15-8E8E-4784-986C-C209BDF12069}" dt="2026-04-10T05:31:21.316" v="230" actId="478"/>
          <ac:spMkLst>
            <pc:docMk/>
            <pc:sldMk cId="804538185" sldId="271"/>
            <ac:spMk id="7" creationId="{59C975CF-5DDA-B377-47A2-929767B57CF1}"/>
          </ac:spMkLst>
        </pc:spChg>
        <pc:spChg chg="del mod">
          <ac:chgData name="Karthika Viswanath" userId="7907ff9632aac072" providerId="LiveId" clId="{51637C15-8E8E-4784-986C-C209BDF12069}" dt="2026-04-10T05:31:20.608" v="229" actId="478"/>
          <ac:spMkLst>
            <pc:docMk/>
            <pc:sldMk cId="804538185" sldId="271"/>
            <ac:spMk id="8" creationId="{15990D40-BEE4-5E43-0A75-9343B13D7E59}"/>
          </ac:spMkLst>
        </pc:spChg>
        <pc:spChg chg="del">
          <ac:chgData name="Karthika Viswanath" userId="7907ff9632aac072" providerId="LiveId" clId="{51637C15-8E8E-4784-986C-C209BDF12069}" dt="2026-04-10T05:31:29.554" v="237" actId="478"/>
          <ac:spMkLst>
            <pc:docMk/>
            <pc:sldMk cId="804538185" sldId="271"/>
            <ac:spMk id="9" creationId="{F23E10DE-B0A9-92E5-0504-2970F4E3FC78}"/>
          </ac:spMkLst>
        </pc:spChg>
        <pc:spChg chg="del">
          <ac:chgData name="Karthika Viswanath" userId="7907ff9632aac072" providerId="LiveId" clId="{51637C15-8E8E-4784-986C-C209BDF12069}" dt="2026-04-10T05:31:24.298" v="233" actId="478"/>
          <ac:spMkLst>
            <pc:docMk/>
            <pc:sldMk cId="804538185" sldId="271"/>
            <ac:spMk id="10" creationId="{2EDB8D4B-AA52-327A-7C5A-61FE74BE0393}"/>
          </ac:spMkLst>
        </pc:spChg>
        <pc:spChg chg="del">
          <ac:chgData name="Karthika Viswanath" userId="7907ff9632aac072" providerId="LiveId" clId="{51637C15-8E8E-4784-986C-C209BDF12069}" dt="2026-04-10T05:31:22.946" v="232" actId="478"/>
          <ac:spMkLst>
            <pc:docMk/>
            <pc:sldMk cId="804538185" sldId="271"/>
            <ac:spMk id="11" creationId="{E46CEFEE-E093-7509-70F3-290CB275D3C2}"/>
          </ac:spMkLst>
        </pc:spChg>
        <pc:spChg chg="del">
          <ac:chgData name="Karthika Viswanath" userId="7907ff9632aac072" providerId="LiveId" clId="{51637C15-8E8E-4784-986C-C209BDF12069}" dt="2026-04-10T05:31:25.948" v="234" actId="478"/>
          <ac:spMkLst>
            <pc:docMk/>
            <pc:sldMk cId="804538185" sldId="271"/>
            <ac:spMk id="12" creationId="{2BA3122C-3FE8-0B66-67A1-9F561E105F50}"/>
          </ac:spMkLst>
        </pc:spChg>
        <pc:spChg chg="del mod">
          <ac:chgData name="Karthika Viswanath" userId="7907ff9632aac072" providerId="LiveId" clId="{51637C15-8E8E-4784-986C-C209BDF12069}" dt="2026-04-10T05:31:28.191" v="236" actId="478"/>
          <ac:spMkLst>
            <pc:docMk/>
            <pc:sldMk cId="804538185" sldId="271"/>
            <ac:spMk id="13" creationId="{918C3881-8962-7355-4E23-42874D20515D}"/>
          </ac:spMkLst>
        </pc:spChg>
        <pc:spChg chg="add del mod">
          <ac:chgData name="Karthika Viswanath" userId="7907ff9632aac072" providerId="LiveId" clId="{51637C15-8E8E-4784-986C-C209BDF12069}" dt="2026-04-10T05:32:01.160" v="251" actId="1076"/>
          <ac:spMkLst>
            <pc:docMk/>
            <pc:sldMk cId="804538185" sldId="271"/>
            <ac:spMk id="14" creationId="{C805FC63-5647-023F-3532-B5110924B542}"/>
          </ac:spMkLst>
        </pc:spChg>
        <pc:spChg chg="del">
          <ac:chgData name="Karthika Viswanath" userId="7907ff9632aac072" providerId="LiveId" clId="{51637C15-8E8E-4784-986C-C209BDF12069}" dt="2026-04-10T05:31:22.019" v="231" actId="478"/>
          <ac:spMkLst>
            <pc:docMk/>
            <pc:sldMk cId="804538185" sldId="271"/>
            <ac:spMk id="15" creationId="{760F2A25-CE94-4408-6195-59F0626297F6}"/>
          </ac:spMkLst>
        </pc:spChg>
        <pc:spChg chg="add del mod">
          <ac:chgData name="Karthika Viswanath" userId="7907ff9632aac072" providerId="LiveId" clId="{51637C15-8E8E-4784-986C-C209BDF12069}" dt="2026-04-10T05:31:58.409" v="250" actId="1076"/>
          <ac:spMkLst>
            <pc:docMk/>
            <pc:sldMk cId="804538185" sldId="271"/>
            <ac:spMk id="16" creationId="{4E805E80-51B4-F6E3-B239-4E2B0EA5FE21}"/>
          </ac:spMkLst>
        </pc:spChg>
        <pc:spChg chg="add del">
          <ac:chgData name="Karthika Viswanath" userId="7907ff9632aac072" providerId="LiveId" clId="{51637C15-8E8E-4784-986C-C209BDF12069}" dt="2026-04-10T05:32:13.838" v="257" actId="478"/>
          <ac:spMkLst>
            <pc:docMk/>
            <pc:sldMk cId="804538185" sldId="271"/>
            <ac:spMk id="17" creationId="{67E1ABA0-DA84-50CE-0DB9-6868F491C2E1}"/>
          </ac:spMkLst>
        </pc:spChg>
        <pc:spChg chg="del mod">
          <ac:chgData name="Karthika Viswanath" userId="7907ff9632aac072" providerId="LiveId" clId="{51637C15-8E8E-4784-986C-C209BDF12069}" dt="2026-04-10T05:32:07.274" v="254" actId="478"/>
          <ac:spMkLst>
            <pc:docMk/>
            <pc:sldMk cId="804538185" sldId="271"/>
            <ac:spMk id="18" creationId="{0F2A1BBB-2263-3C32-C0D9-8567A1F19436}"/>
          </ac:spMkLst>
        </pc:spChg>
        <pc:spChg chg="mod">
          <ac:chgData name="Karthika Viswanath" userId="7907ff9632aac072" providerId="LiveId" clId="{51637C15-8E8E-4784-986C-C209BDF12069}" dt="2026-04-10T05:32:04.296" v="252" actId="1076"/>
          <ac:spMkLst>
            <pc:docMk/>
            <pc:sldMk cId="804538185" sldId="271"/>
            <ac:spMk id="19" creationId="{F19F4289-2016-D85E-46D7-27DCC1599617}"/>
          </ac:spMkLst>
        </pc:spChg>
        <pc:spChg chg="del mod">
          <ac:chgData name="Karthika Viswanath" userId="7907ff9632aac072" providerId="LiveId" clId="{51637C15-8E8E-4784-986C-C209BDF12069}" dt="2026-04-10T05:32:06.577" v="253" actId="478"/>
          <ac:spMkLst>
            <pc:docMk/>
            <pc:sldMk cId="804538185" sldId="271"/>
            <ac:spMk id="20" creationId="{DFBB88FE-9446-8CF5-7A79-D4D6FACF2845}"/>
          </ac:spMkLst>
        </pc:spChg>
        <pc:spChg chg="del mod">
          <ac:chgData name="Karthika Viswanath" userId="7907ff9632aac072" providerId="LiveId" clId="{51637C15-8E8E-4784-986C-C209BDF12069}" dt="2026-04-10T05:32:09.016" v="256" actId="478"/>
          <ac:spMkLst>
            <pc:docMk/>
            <pc:sldMk cId="804538185" sldId="271"/>
            <ac:spMk id="21" creationId="{E028356C-6A4E-0BAE-ADC1-2CBE60881F9D}"/>
          </ac:spMkLst>
        </pc:spChg>
        <pc:spChg chg="add">
          <ac:chgData name="Karthika Viswanath" userId="7907ff9632aac072" providerId="LiveId" clId="{51637C15-8E8E-4784-986C-C209BDF12069}" dt="2026-04-10T05:33:22.078" v="263"/>
          <ac:spMkLst>
            <pc:docMk/>
            <pc:sldMk cId="804538185" sldId="271"/>
            <ac:spMk id="22" creationId="{A7960B82-8277-2CD6-564B-61A7A3F1981C}"/>
          </ac:spMkLst>
        </pc:spChg>
        <pc:spChg chg="add mod">
          <ac:chgData name="Karthika Viswanath" userId="7907ff9632aac072" providerId="LiveId" clId="{51637C15-8E8E-4784-986C-C209BDF12069}" dt="2026-04-10T05:33:26.642" v="265"/>
          <ac:spMkLst>
            <pc:docMk/>
            <pc:sldMk cId="804538185" sldId="271"/>
            <ac:spMk id="23" creationId="{761F7944-F722-3382-014C-3A8C479C8AA4}"/>
          </ac:spMkLst>
        </pc:spChg>
        <pc:spChg chg="add del mod">
          <ac:chgData name="Karthika Viswanath" userId="7907ff9632aac072" providerId="LiveId" clId="{51637C15-8E8E-4784-986C-C209BDF12069}" dt="2026-04-10T05:35:01.209" v="291" actId="2710"/>
          <ac:spMkLst>
            <pc:docMk/>
            <pc:sldMk cId="804538185" sldId="271"/>
            <ac:spMk id="24" creationId="{45C804BC-E1E0-2A78-43E3-598EDCB5B877}"/>
          </ac:spMkLst>
        </pc:spChg>
        <pc:spChg chg="add del mod">
          <ac:chgData name="Karthika Viswanath" userId="7907ff9632aac072" providerId="LiveId" clId="{51637C15-8E8E-4784-986C-C209BDF12069}" dt="2026-04-10T05:35:03.912" v="293"/>
          <ac:spMkLst>
            <pc:docMk/>
            <pc:sldMk cId="804538185" sldId="271"/>
            <ac:spMk id="25" creationId="{898630B3-4587-B2DB-9ABA-9BAC73761A0D}"/>
          </ac:spMkLst>
        </pc:spChg>
      </pc:sldChg>
      <pc:sldChg chg="modSp add mod setBg">
        <pc:chgData name="Karthika Viswanath" userId="7907ff9632aac072" providerId="LiveId" clId="{51637C15-8E8E-4784-986C-C209BDF12069}" dt="2026-04-10T05:41:14.476" v="347" actId="123"/>
        <pc:sldMkLst>
          <pc:docMk/>
          <pc:sldMk cId="2958804134" sldId="272"/>
        </pc:sldMkLst>
        <pc:spChg chg="mod">
          <ac:chgData name="Karthika Viswanath" userId="7907ff9632aac072" providerId="LiveId" clId="{51637C15-8E8E-4784-986C-C209BDF12069}" dt="2026-04-10T05:41:14.476" v="347" actId="123"/>
          <ac:spMkLst>
            <pc:docMk/>
            <pc:sldMk cId="2958804134" sldId="272"/>
            <ac:spMk id="14" creationId="{84C9CD9E-843F-77D0-9190-305321898E2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7907ff9632aac072/Desktop/AI%20Fellowship/Cleaned%20dataset.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[Cleaned dataset.xlsx]Dept wise perf!PivotTable2</c:name>
    <c:fmtId val="-1"/>
  </c:pivotSource>
  <c:chart>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'Dept wise perf'!$B$3:$B$4</c:f>
              <c:strCache>
                <c:ptCount val="1"/>
                <c:pt idx="0">
                  <c:v>Dr. Anitha R</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'Dept wise perf'!$A$5:$A$10</c:f>
              <c:strCache>
                <c:ptCount val="5"/>
                <c:pt idx="0">
                  <c:v>Commerce</c:v>
                </c:pt>
                <c:pt idx="1">
                  <c:v>Computer Science</c:v>
                </c:pt>
                <c:pt idx="2">
                  <c:v>English</c:v>
                </c:pt>
                <c:pt idx="3">
                  <c:v>Management</c:v>
                </c:pt>
                <c:pt idx="4">
                  <c:v>Mathematics</c:v>
                </c:pt>
              </c:strCache>
            </c:strRef>
          </c:cat>
          <c:val>
            <c:numRef>
              <c:f>'Dept wise perf'!$B$5:$B$10</c:f>
              <c:numCache>
                <c:formatCode>0.00</c:formatCode>
                <c:ptCount val="5"/>
                <c:pt idx="0">
                  <c:v>3.1733333333333333</c:v>
                </c:pt>
                <c:pt idx="1">
                  <c:v>3.2727272727272729</c:v>
                </c:pt>
              </c:numCache>
            </c:numRef>
          </c:val>
          <c:extLst>
            <c:ext xmlns:c16="http://schemas.microsoft.com/office/drawing/2014/chart" uri="{C3380CC4-5D6E-409C-BE32-E72D297353CC}">
              <c16:uniqueId val="{00000000-5B8B-472D-9263-BB69BCE8A255}"/>
            </c:ext>
          </c:extLst>
        </c:ser>
        <c:ser>
          <c:idx val="1"/>
          <c:order val="1"/>
          <c:tx>
            <c:strRef>
              <c:f>'Dept wise perf'!$C$3:$C$4</c:f>
              <c:strCache>
                <c:ptCount val="1"/>
                <c:pt idx="0">
                  <c:v>Dr. Priya M</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'Dept wise perf'!$A$5:$A$10</c:f>
              <c:strCache>
                <c:ptCount val="5"/>
                <c:pt idx="0">
                  <c:v>Commerce</c:v>
                </c:pt>
                <c:pt idx="1">
                  <c:v>Computer Science</c:v>
                </c:pt>
                <c:pt idx="2">
                  <c:v>English</c:v>
                </c:pt>
                <c:pt idx="3">
                  <c:v>Management</c:v>
                </c:pt>
                <c:pt idx="4">
                  <c:v>Mathematics</c:v>
                </c:pt>
              </c:strCache>
            </c:strRef>
          </c:cat>
          <c:val>
            <c:numRef>
              <c:f>'Dept wise perf'!$C$5:$C$10</c:f>
              <c:numCache>
                <c:formatCode>General</c:formatCode>
                <c:ptCount val="5"/>
                <c:pt idx="3" formatCode="0.00">
                  <c:v>2.9340659340659339</c:v>
                </c:pt>
              </c:numCache>
            </c:numRef>
          </c:val>
          <c:extLst>
            <c:ext xmlns:c16="http://schemas.microsoft.com/office/drawing/2014/chart" uri="{C3380CC4-5D6E-409C-BE32-E72D297353CC}">
              <c16:uniqueId val="{00000001-5B8B-472D-9263-BB69BCE8A255}"/>
            </c:ext>
          </c:extLst>
        </c:ser>
        <c:ser>
          <c:idx val="2"/>
          <c:order val="2"/>
          <c:tx>
            <c:strRef>
              <c:f>'Dept wise perf'!$D$3:$D$4</c:f>
              <c:strCache>
                <c:ptCount val="1"/>
                <c:pt idx="0">
                  <c:v>Dr. Suresh P</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'Dept wise perf'!$A$5:$A$10</c:f>
              <c:strCache>
                <c:ptCount val="5"/>
                <c:pt idx="0">
                  <c:v>Commerce</c:v>
                </c:pt>
                <c:pt idx="1">
                  <c:v>Computer Science</c:v>
                </c:pt>
                <c:pt idx="2">
                  <c:v>English</c:v>
                </c:pt>
                <c:pt idx="3">
                  <c:v>Management</c:v>
                </c:pt>
                <c:pt idx="4">
                  <c:v>Mathematics</c:v>
                </c:pt>
              </c:strCache>
            </c:strRef>
          </c:cat>
          <c:val>
            <c:numRef>
              <c:f>'Dept wise perf'!$D$5:$D$10</c:f>
              <c:numCache>
                <c:formatCode>0.00</c:formatCode>
                <c:ptCount val="5"/>
                <c:pt idx="0">
                  <c:v>3</c:v>
                </c:pt>
                <c:pt idx="1">
                  <c:v>2.9459459459459461</c:v>
                </c:pt>
              </c:numCache>
            </c:numRef>
          </c:val>
          <c:extLst>
            <c:ext xmlns:c16="http://schemas.microsoft.com/office/drawing/2014/chart" uri="{C3380CC4-5D6E-409C-BE32-E72D297353CC}">
              <c16:uniqueId val="{00000002-5B8B-472D-9263-BB69BCE8A255}"/>
            </c:ext>
          </c:extLst>
        </c:ser>
        <c:ser>
          <c:idx val="3"/>
          <c:order val="3"/>
          <c:tx>
            <c:strRef>
              <c:f>'Dept wise perf'!$E$3:$E$4</c:f>
              <c:strCache>
                <c:ptCount val="1"/>
                <c:pt idx="0">
                  <c:v>Mr. Karthik S</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'Dept wise perf'!$A$5:$A$10</c:f>
              <c:strCache>
                <c:ptCount val="5"/>
                <c:pt idx="0">
                  <c:v>Commerce</c:v>
                </c:pt>
                <c:pt idx="1">
                  <c:v>Computer Science</c:v>
                </c:pt>
                <c:pt idx="2">
                  <c:v>English</c:v>
                </c:pt>
                <c:pt idx="3">
                  <c:v>Management</c:v>
                </c:pt>
                <c:pt idx="4">
                  <c:v>Mathematics</c:v>
                </c:pt>
              </c:strCache>
            </c:strRef>
          </c:cat>
          <c:val>
            <c:numRef>
              <c:f>'Dept wise perf'!$E$5:$E$10</c:f>
              <c:numCache>
                <c:formatCode>0.00</c:formatCode>
                <c:ptCount val="5"/>
                <c:pt idx="1">
                  <c:v>2.8333333333333335</c:v>
                </c:pt>
              </c:numCache>
            </c:numRef>
          </c:val>
          <c:extLst>
            <c:ext xmlns:c16="http://schemas.microsoft.com/office/drawing/2014/chart" uri="{C3380CC4-5D6E-409C-BE32-E72D297353CC}">
              <c16:uniqueId val="{00000003-5B8B-472D-9263-BB69BCE8A255}"/>
            </c:ext>
          </c:extLst>
        </c:ser>
        <c:ser>
          <c:idx val="4"/>
          <c:order val="4"/>
          <c:tx>
            <c:strRef>
              <c:f>'Dept wise perf'!$F$3:$F$4</c:f>
              <c:strCache>
                <c:ptCount val="1"/>
                <c:pt idx="0">
                  <c:v>Mr.Arun V</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'Dept wise perf'!$A$5:$A$10</c:f>
              <c:strCache>
                <c:ptCount val="5"/>
                <c:pt idx="0">
                  <c:v>Commerce</c:v>
                </c:pt>
                <c:pt idx="1">
                  <c:v>Computer Science</c:v>
                </c:pt>
                <c:pt idx="2">
                  <c:v>English</c:v>
                </c:pt>
                <c:pt idx="3">
                  <c:v>Management</c:v>
                </c:pt>
                <c:pt idx="4">
                  <c:v>Mathematics</c:v>
                </c:pt>
              </c:strCache>
            </c:strRef>
          </c:cat>
          <c:val>
            <c:numRef>
              <c:f>'Dept wise perf'!$F$5:$F$10</c:f>
              <c:numCache>
                <c:formatCode>General</c:formatCode>
                <c:ptCount val="5"/>
                <c:pt idx="3" formatCode="0.00">
                  <c:v>3.2307692307692308</c:v>
                </c:pt>
                <c:pt idx="4" formatCode="0.00">
                  <c:v>3.0285714285714285</c:v>
                </c:pt>
              </c:numCache>
            </c:numRef>
          </c:val>
          <c:extLst>
            <c:ext xmlns:c16="http://schemas.microsoft.com/office/drawing/2014/chart" uri="{C3380CC4-5D6E-409C-BE32-E72D297353CC}">
              <c16:uniqueId val="{00000004-5B8B-472D-9263-BB69BCE8A255}"/>
            </c:ext>
          </c:extLst>
        </c:ser>
        <c:ser>
          <c:idx val="5"/>
          <c:order val="5"/>
          <c:tx>
            <c:strRef>
              <c:f>'Dept wise perf'!$G$3:$G$4</c:f>
              <c:strCache>
                <c:ptCount val="1"/>
                <c:pt idx="0">
                  <c:v>Ms. Divya K</c:v>
                </c:pt>
              </c:strCache>
            </c:strRef>
          </c:tx>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'Dept wise perf'!$A$5:$A$10</c:f>
              <c:strCache>
                <c:ptCount val="5"/>
                <c:pt idx="0">
                  <c:v>Commerce</c:v>
                </c:pt>
                <c:pt idx="1">
                  <c:v>Computer Science</c:v>
                </c:pt>
                <c:pt idx="2">
                  <c:v>English</c:v>
                </c:pt>
                <c:pt idx="3">
                  <c:v>Management</c:v>
                </c:pt>
                <c:pt idx="4">
                  <c:v>Mathematics</c:v>
                </c:pt>
              </c:strCache>
            </c:strRef>
          </c:cat>
          <c:val>
            <c:numRef>
              <c:f>'Dept wise perf'!$G$5:$G$10</c:f>
              <c:numCache>
                <c:formatCode>0.00</c:formatCode>
                <c:ptCount val="5"/>
                <c:pt idx="1">
                  <c:v>2.8421052631578947</c:v>
                </c:pt>
                <c:pt idx="2">
                  <c:v>3.125</c:v>
                </c:pt>
              </c:numCache>
            </c:numRef>
          </c:val>
          <c:extLst>
            <c:ext xmlns:c16="http://schemas.microsoft.com/office/drawing/2014/chart" uri="{C3380CC4-5D6E-409C-BE32-E72D297353CC}">
              <c16:uniqueId val="{00000005-5B8B-472D-9263-BB69BCE8A255}"/>
            </c:ext>
          </c:extLst>
        </c:ser>
        <c:dLbls>
          <c:dLblPos val="outEnd"/>
          <c:showLegendKey val="0"/>
          <c:showVal val="1"/>
          <c:showCatName val="0"/>
          <c:showSerName val="0"/>
          <c:showPercent val="0"/>
          <c:showBubbleSize val="0"/>
        </c:dLbls>
        <c:gapWidth val="100"/>
        <c:overlap val="-24"/>
        <c:axId val="466651567"/>
        <c:axId val="466652047"/>
      </c:barChart>
      <c:catAx>
        <c:axId val="466651567"/>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66652047"/>
        <c:crosses val="autoZero"/>
        <c:auto val="1"/>
        <c:lblAlgn val="ctr"/>
        <c:lblOffset val="100"/>
        <c:noMultiLvlLbl val="0"/>
      </c:catAx>
      <c:valAx>
        <c:axId val="466652047"/>
        <c:scaling>
          <c:orientation val="minMax"/>
        </c:scaling>
        <c:delete val="0"/>
        <c:axPos val="l"/>
        <c:majorGridlines>
          <c:spPr>
            <a:ln w="9525" cap="flat" cmpd="sng" algn="ctr">
              <a:solidFill>
                <a:schemeClr val="tx2">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666515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94A4E2-393F-4571-B1A7-195793910A23}" type="doc">
      <dgm:prSet loTypeId="urn:microsoft.com/office/officeart/2009/layout/CircleArrowProcess" loCatId="process" qsTypeId="urn:microsoft.com/office/officeart/2005/8/quickstyle/3d2" qsCatId="3D" csTypeId="urn:microsoft.com/office/officeart/2005/8/colors/accent1_2" csCatId="accent1" phldr="1"/>
      <dgm:spPr/>
      <dgm:t>
        <a:bodyPr/>
        <a:lstStyle/>
        <a:p>
          <a:endParaRPr lang="en-IN"/>
        </a:p>
      </dgm:t>
    </dgm:pt>
    <dgm:pt modelId="{1E587D74-CAC4-43A3-83B9-1EB3AE6A5EB8}">
      <dgm:prSet phldrT="[Text]"/>
      <dgm:spPr/>
      <dgm:t>
        <a:bodyPr/>
        <a:lstStyle/>
        <a:p>
          <a:pPr>
            <a:buNone/>
          </a:pPr>
          <a:r>
            <a:rPr lang="en-IN" dirty="0"/>
            <a:t>Real Time Feedback system</a:t>
          </a:r>
        </a:p>
      </dgm:t>
    </dgm:pt>
    <dgm:pt modelId="{C2CEAD8B-46EB-466D-8A5C-CF7B205977D2}" type="parTrans" cxnId="{6784AFCB-C0C9-4A4E-A705-97D6D1740976}">
      <dgm:prSet/>
      <dgm:spPr/>
      <dgm:t>
        <a:bodyPr/>
        <a:lstStyle/>
        <a:p>
          <a:endParaRPr lang="en-IN"/>
        </a:p>
      </dgm:t>
    </dgm:pt>
    <dgm:pt modelId="{003B1165-8C8E-434C-9A39-33A30BEF6EC3}" type="sibTrans" cxnId="{6784AFCB-C0C9-4A4E-A705-97D6D1740976}">
      <dgm:prSet/>
      <dgm:spPr/>
      <dgm:t>
        <a:bodyPr/>
        <a:lstStyle/>
        <a:p>
          <a:endParaRPr lang="en-IN"/>
        </a:p>
      </dgm:t>
    </dgm:pt>
    <dgm:pt modelId="{CABEEA54-E7CD-4B73-B320-2BBAA6465FB5}">
      <dgm:prSet phldrT="[Text]" phldr="0"/>
      <dgm:spPr/>
      <dgm:t>
        <a:bodyPr/>
        <a:lstStyle/>
        <a:p>
          <a:r>
            <a:rPr lang="en-US" dirty="0"/>
            <a:t>AI &amp; ML Predictive analytics</a:t>
          </a:r>
          <a:endParaRPr lang="en-IN" dirty="0"/>
        </a:p>
      </dgm:t>
    </dgm:pt>
    <dgm:pt modelId="{B441358B-922F-4ABA-A15A-2F9A2418C7DA}" type="parTrans" cxnId="{404A2FE8-298D-4AAB-ADAA-B1299884312F}">
      <dgm:prSet/>
      <dgm:spPr/>
      <dgm:t>
        <a:bodyPr/>
        <a:lstStyle/>
        <a:p>
          <a:endParaRPr lang="en-IN"/>
        </a:p>
      </dgm:t>
    </dgm:pt>
    <dgm:pt modelId="{871AB244-E974-49AA-AAD9-A9689CD61E3C}" type="sibTrans" cxnId="{404A2FE8-298D-4AAB-ADAA-B1299884312F}">
      <dgm:prSet/>
      <dgm:spPr/>
      <dgm:t>
        <a:bodyPr/>
        <a:lstStyle/>
        <a:p>
          <a:endParaRPr lang="en-IN"/>
        </a:p>
      </dgm:t>
    </dgm:pt>
    <dgm:pt modelId="{0B82ECAC-9E07-4C8D-B663-D6FF06382243}">
      <dgm:prSet phldrT="[Text]" phldr="0"/>
      <dgm:spPr/>
      <dgm:t>
        <a:bodyPr/>
        <a:lstStyle/>
        <a:p>
          <a:r>
            <a:rPr lang="en-US" dirty="0"/>
            <a:t>Sentiment &amp; text Insights </a:t>
          </a:r>
          <a:endParaRPr lang="en-IN" dirty="0"/>
        </a:p>
      </dgm:t>
    </dgm:pt>
    <dgm:pt modelId="{400B89EC-04C3-4E95-9D0C-41818B1C602E}" type="parTrans" cxnId="{5EC52B0A-E2F4-456A-96CB-29A3EE73D3E0}">
      <dgm:prSet/>
      <dgm:spPr/>
      <dgm:t>
        <a:bodyPr/>
        <a:lstStyle/>
        <a:p>
          <a:endParaRPr lang="en-IN"/>
        </a:p>
      </dgm:t>
    </dgm:pt>
    <dgm:pt modelId="{DAAB5758-D41F-4947-A11E-70F82ED94968}" type="sibTrans" cxnId="{5EC52B0A-E2F4-456A-96CB-29A3EE73D3E0}">
      <dgm:prSet/>
      <dgm:spPr/>
      <dgm:t>
        <a:bodyPr/>
        <a:lstStyle/>
        <a:p>
          <a:endParaRPr lang="en-IN"/>
        </a:p>
      </dgm:t>
    </dgm:pt>
    <dgm:pt modelId="{FC941EF0-BB0E-4C22-933D-EF3906455204}" type="pres">
      <dgm:prSet presAssocID="{0494A4E2-393F-4571-B1A7-195793910A23}" presName="Name0" presStyleCnt="0">
        <dgm:presLayoutVars>
          <dgm:chMax val="7"/>
          <dgm:chPref val="7"/>
          <dgm:dir/>
          <dgm:animLvl val="lvl"/>
        </dgm:presLayoutVars>
      </dgm:prSet>
      <dgm:spPr/>
    </dgm:pt>
    <dgm:pt modelId="{513B3094-F5D9-495E-A3A8-8314121EF697}" type="pres">
      <dgm:prSet presAssocID="{1E587D74-CAC4-43A3-83B9-1EB3AE6A5EB8}" presName="Accent1" presStyleCnt="0"/>
      <dgm:spPr/>
    </dgm:pt>
    <dgm:pt modelId="{90B75FF4-66B1-4308-9749-3F997B98DD3A}" type="pres">
      <dgm:prSet presAssocID="{1E587D74-CAC4-43A3-83B9-1EB3AE6A5EB8}" presName="Accent" presStyleLbl="node1" presStyleIdx="0" presStyleCnt="3"/>
      <dgm:spPr/>
    </dgm:pt>
    <dgm:pt modelId="{10034CB2-1594-4F46-95FD-9CCFDEFEB1BD}" type="pres">
      <dgm:prSet presAssocID="{1E587D74-CAC4-43A3-83B9-1EB3AE6A5EB8}" presName="Parent1" presStyleLbl="revTx" presStyleIdx="0" presStyleCnt="3" custScaleX="113181" custScaleY="174650">
        <dgm:presLayoutVars>
          <dgm:chMax val="1"/>
          <dgm:chPref val="1"/>
          <dgm:bulletEnabled val="1"/>
        </dgm:presLayoutVars>
      </dgm:prSet>
      <dgm:spPr/>
    </dgm:pt>
    <dgm:pt modelId="{4441AF5C-B379-499D-8BAC-CC467C15F039}" type="pres">
      <dgm:prSet presAssocID="{CABEEA54-E7CD-4B73-B320-2BBAA6465FB5}" presName="Accent2" presStyleCnt="0"/>
      <dgm:spPr/>
    </dgm:pt>
    <dgm:pt modelId="{A4026991-254D-46E8-985B-86876311CF36}" type="pres">
      <dgm:prSet presAssocID="{CABEEA54-E7CD-4B73-B320-2BBAA6465FB5}" presName="Accent" presStyleLbl="node1" presStyleIdx="1" presStyleCnt="3"/>
      <dgm:spPr/>
    </dgm:pt>
    <dgm:pt modelId="{3ABC2D39-1BB2-41AE-8F4D-75BD9586083D}" type="pres">
      <dgm:prSet presAssocID="{CABEEA54-E7CD-4B73-B320-2BBAA6465FB5}" presName="Parent2" presStyleLbl="revTx" presStyleIdx="1" presStyleCnt="3">
        <dgm:presLayoutVars>
          <dgm:chMax val="1"/>
          <dgm:chPref val="1"/>
          <dgm:bulletEnabled val="1"/>
        </dgm:presLayoutVars>
      </dgm:prSet>
      <dgm:spPr/>
    </dgm:pt>
    <dgm:pt modelId="{3708F50A-6FF0-45F4-B95F-4DDF89E477DE}" type="pres">
      <dgm:prSet presAssocID="{0B82ECAC-9E07-4C8D-B663-D6FF06382243}" presName="Accent3" presStyleCnt="0"/>
      <dgm:spPr/>
    </dgm:pt>
    <dgm:pt modelId="{C8B1F4BA-BFC3-43D4-8990-0DDC43ABC5F5}" type="pres">
      <dgm:prSet presAssocID="{0B82ECAC-9E07-4C8D-B663-D6FF06382243}" presName="Accent" presStyleLbl="node1" presStyleIdx="2" presStyleCnt="3"/>
      <dgm:spPr/>
    </dgm:pt>
    <dgm:pt modelId="{86E49074-3D68-442B-99A0-B1DF3E60F88B}" type="pres">
      <dgm:prSet presAssocID="{0B82ECAC-9E07-4C8D-B663-D6FF06382243}" presName="Parent3" presStyleLbl="revTx" presStyleIdx="2" presStyleCnt="3" custScaleX="126450" custScaleY="107351">
        <dgm:presLayoutVars>
          <dgm:chMax val="1"/>
          <dgm:chPref val="1"/>
          <dgm:bulletEnabled val="1"/>
        </dgm:presLayoutVars>
      </dgm:prSet>
      <dgm:spPr/>
    </dgm:pt>
  </dgm:ptLst>
  <dgm:cxnLst>
    <dgm:cxn modelId="{5EC52B0A-E2F4-456A-96CB-29A3EE73D3E0}" srcId="{0494A4E2-393F-4571-B1A7-195793910A23}" destId="{0B82ECAC-9E07-4C8D-B663-D6FF06382243}" srcOrd="2" destOrd="0" parTransId="{400B89EC-04C3-4E95-9D0C-41818B1C602E}" sibTransId="{DAAB5758-D41F-4947-A11E-70F82ED94968}"/>
    <dgm:cxn modelId="{F331EA3F-FC2B-4A52-A5E9-7F94A7850A05}" type="presOf" srcId="{0B82ECAC-9E07-4C8D-B663-D6FF06382243}" destId="{86E49074-3D68-442B-99A0-B1DF3E60F88B}" srcOrd="0" destOrd="0" presId="urn:microsoft.com/office/officeart/2009/layout/CircleArrowProcess"/>
    <dgm:cxn modelId="{AAA79367-37F9-4BC1-993D-9248120B4B37}" type="presOf" srcId="{CABEEA54-E7CD-4B73-B320-2BBAA6465FB5}" destId="{3ABC2D39-1BB2-41AE-8F4D-75BD9586083D}" srcOrd="0" destOrd="0" presId="urn:microsoft.com/office/officeart/2009/layout/CircleArrowProcess"/>
    <dgm:cxn modelId="{F4E864BB-3189-4FDC-A91F-64E97B003D04}" type="presOf" srcId="{1E587D74-CAC4-43A3-83B9-1EB3AE6A5EB8}" destId="{10034CB2-1594-4F46-95FD-9CCFDEFEB1BD}" srcOrd="0" destOrd="0" presId="urn:microsoft.com/office/officeart/2009/layout/CircleArrowProcess"/>
    <dgm:cxn modelId="{6784AFCB-C0C9-4A4E-A705-97D6D1740976}" srcId="{0494A4E2-393F-4571-B1A7-195793910A23}" destId="{1E587D74-CAC4-43A3-83B9-1EB3AE6A5EB8}" srcOrd="0" destOrd="0" parTransId="{C2CEAD8B-46EB-466D-8A5C-CF7B205977D2}" sibTransId="{003B1165-8C8E-434C-9A39-33A30BEF6EC3}"/>
    <dgm:cxn modelId="{98C44DCE-3AD5-4130-B595-098E7753297F}" type="presOf" srcId="{0494A4E2-393F-4571-B1A7-195793910A23}" destId="{FC941EF0-BB0E-4C22-933D-EF3906455204}" srcOrd="0" destOrd="0" presId="urn:microsoft.com/office/officeart/2009/layout/CircleArrowProcess"/>
    <dgm:cxn modelId="{404A2FE8-298D-4AAB-ADAA-B1299884312F}" srcId="{0494A4E2-393F-4571-B1A7-195793910A23}" destId="{CABEEA54-E7CD-4B73-B320-2BBAA6465FB5}" srcOrd="1" destOrd="0" parTransId="{B441358B-922F-4ABA-A15A-2F9A2418C7DA}" sibTransId="{871AB244-E974-49AA-AAD9-A9689CD61E3C}"/>
    <dgm:cxn modelId="{677D46EC-DEB8-48F7-B333-92F2CC397BFE}" type="presParOf" srcId="{FC941EF0-BB0E-4C22-933D-EF3906455204}" destId="{513B3094-F5D9-495E-A3A8-8314121EF697}" srcOrd="0" destOrd="0" presId="urn:microsoft.com/office/officeart/2009/layout/CircleArrowProcess"/>
    <dgm:cxn modelId="{01E8543D-E98A-4275-8AE0-07637E1D36B7}" type="presParOf" srcId="{513B3094-F5D9-495E-A3A8-8314121EF697}" destId="{90B75FF4-66B1-4308-9749-3F997B98DD3A}" srcOrd="0" destOrd="0" presId="urn:microsoft.com/office/officeart/2009/layout/CircleArrowProcess"/>
    <dgm:cxn modelId="{EA0912EE-C76D-4255-8F83-FC984C739FD1}" type="presParOf" srcId="{FC941EF0-BB0E-4C22-933D-EF3906455204}" destId="{10034CB2-1594-4F46-95FD-9CCFDEFEB1BD}" srcOrd="1" destOrd="0" presId="urn:microsoft.com/office/officeart/2009/layout/CircleArrowProcess"/>
    <dgm:cxn modelId="{FAAAC2AD-8D6C-4954-83F7-528EBDB3A064}" type="presParOf" srcId="{FC941EF0-BB0E-4C22-933D-EF3906455204}" destId="{4441AF5C-B379-499D-8BAC-CC467C15F039}" srcOrd="2" destOrd="0" presId="urn:microsoft.com/office/officeart/2009/layout/CircleArrowProcess"/>
    <dgm:cxn modelId="{49D79DD7-EF7E-41A3-B6A3-E30C463E3A2A}" type="presParOf" srcId="{4441AF5C-B379-499D-8BAC-CC467C15F039}" destId="{A4026991-254D-46E8-985B-86876311CF36}" srcOrd="0" destOrd="0" presId="urn:microsoft.com/office/officeart/2009/layout/CircleArrowProcess"/>
    <dgm:cxn modelId="{0CF2341B-57E5-4F09-968E-33C15E9A248D}" type="presParOf" srcId="{FC941EF0-BB0E-4C22-933D-EF3906455204}" destId="{3ABC2D39-1BB2-41AE-8F4D-75BD9586083D}" srcOrd="3" destOrd="0" presId="urn:microsoft.com/office/officeart/2009/layout/CircleArrowProcess"/>
    <dgm:cxn modelId="{3D786827-8D40-486B-B122-EEE912194469}" type="presParOf" srcId="{FC941EF0-BB0E-4C22-933D-EF3906455204}" destId="{3708F50A-6FF0-45F4-B95F-4DDF89E477DE}" srcOrd="4" destOrd="0" presId="urn:microsoft.com/office/officeart/2009/layout/CircleArrowProcess"/>
    <dgm:cxn modelId="{DBE8985A-A023-482C-A42C-02ACFB28A877}" type="presParOf" srcId="{3708F50A-6FF0-45F4-B95F-4DDF89E477DE}" destId="{C8B1F4BA-BFC3-43D4-8990-0DDC43ABC5F5}" srcOrd="0" destOrd="0" presId="urn:microsoft.com/office/officeart/2009/layout/CircleArrowProcess"/>
    <dgm:cxn modelId="{4ED30E65-AD30-4E2D-87AC-AE0404E2E41E}" type="presParOf" srcId="{FC941EF0-BB0E-4C22-933D-EF3906455204}" destId="{86E49074-3D68-442B-99A0-B1DF3E60F88B}" srcOrd="5" destOrd="0" presId="urn:microsoft.com/office/officeart/2009/layout/CircleArrow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B75FF4-66B1-4308-9749-3F997B98DD3A}">
      <dsp:nvSpPr>
        <dsp:cNvPr id="0" name=""/>
        <dsp:cNvSpPr/>
      </dsp:nvSpPr>
      <dsp:spPr>
        <a:xfrm>
          <a:off x="1420664" y="0"/>
          <a:ext cx="1568416" cy="1568654"/>
        </a:xfrm>
        <a:prstGeom prst="circularArrow">
          <a:avLst>
            <a:gd name="adj1" fmla="val 10980"/>
            <a:gd name="adj2" fmla="val 1142322"/>
            <a:gd name="adj3" fmla="val 4500000"/>
            <a:gd name="adj4" fmla="val 10800000"/>
            <a:gd name="adj5" fmla="val 125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0034CB2-1594-4F46-95FD-9CCFDEFEB1BD}">
      <dsp:nvSpPr>
        <dsp:cNvPr id="0" name=""/>
        <dsp:cNvSpPr/>
      </dsp:nvSpPr>
      <dsp:spPr>
        <a:xfrm>
          <a:off x="1709897" y="403720"/>
          <a:ext cx="986416" cy="760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IN" sz="1000" kern="1200" dirty="0"/>
            <a:t>Real Time Feedback system</a:t>
          </a:r>
        </a:p>
      </dsp:txBody>
      <dsp:txXfrm>
        <a:off x="1709897" y="403720"/>
        <a:ext cx="986416" cy="760889"/>
      </dsp:txXfrm>
    </dsp:sp>
    <dsp:sp modelId="{A4026991-254D-46E8-985B-86876311CF36}">
      <dsp:nvSpPr>
        <dsp:cNvPr id="0" name=""/>
        <dsp:cNvSpPr/>
      </dsp:nvSpPr>
      <dsp:spPr>
        <a:xfrm>
          <a:off x="985042" y="901308"/>
          <a:ext cx="1568416" cy="1568654"/>
        </a:xfrm>
        <a:prstGeom prst="leftCircularArrow">
          <a:avLst>
            <a:gd name="adj1" fmla="val 10980"/>
            <a:gd name="adj2" fmla="val 1142322"/>
            <a:gd name="adj3" fmla="val 6300000"/>
            <a:gd name="adj4" fmla="val 18900000"/>
            <a:gd name="adj5" fmla="val 125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ABC2D39-1BB2-41AE-8F4D-75BD9586083D}">
      <dsp:nvSpPr>
        <dsp:cNvPr id="0" name=""/>
        <dsp:cNvSpPr/>
      </dsp:nvSpPr>
      <dsp:spPr>
        <a:xfrm>
          <a:off x="1333481" y="1472854"/>
          <a:ext cx="871538" cy="435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AI &amp; ML Predictive analytics</a:t>
          </a:r>
          <a:endParaRPr lang="en-IN" sz="1000" kern="1200" dirty="0"/>
        </a:p>
      </dsp:txBody>
      <dsp:txXfrm>
        <a:off x="1333481" y="1472854"/>
        <a:ext cx="871538" cy="435665"/>
      </dsp:txXfrm>
    </dsp:sp>
    <dsp:sp modelId="{C8B1F4BA-BFC3-43D4-8990-0DDC43ABC5F5}">
      <dsp:nvSpPr>
        <dsp:cNvPr id="0" name=""/>
        <dsp:cNvSpPr/>
      </dsp:nvSpPr>
      <dsp:spPr>
        <a:xfrm>
          <a:off x="1532294" y="1910474"/>
          <a:ext cx="1347512" cy="1348052"/>
        </a:xfrm>
        <a:prstGeom prst="blockArc">
          <a:avLst>
            <a:gd name="adj1" fmla="val 13500000"/>
            <a:gd name="adj2" fmla="val 10800000"/>
            <a:gd name="adj3" fmla="val 1274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86E49074-3D68-442B-99A0-B1DF3E60F88B}">
      <dsp:nvSpPr>
        <dsp:cNvPr id="0" name=""/>
        <dsp:cNvSpPr/>
      </dsp:nvSpPr>
      <dsp:spPr>
        <a:xfrm>
          <a:off x="1654136" y="2364666"/>
          <a:ext cx="1102060" cy="467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Sentiment &amp; text Insights </a:t>
          </a:r>
          <a:endParaRPr lang="en-IN" sz="1000" kern="1200" dirty="0"/>
        </a:p>
      </dsp:txBody>
      <dsp:txXfrm>
        <a:off x="1654136" y="2364666"/>
        <a:ext cx="1102060" cy="467690"/>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28813-4FBB-2395-424F-328B9796F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50FC4-CDA7-55F3-40E5-50040F4008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432A0-00DE-D97C-8733-FB380C9A9B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9270A-35BF-39E0-566B-7E76890D741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78014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9391D-44C6-1054-9F18-EF123E49E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BF275-0620-72A4-CD11-A4374F2FC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FCA830-F76F-A8FB-EC02-43A051967E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10E78D-D761-8E54-C660-D22546FAD84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34633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019A-96C7-FC15-2538-3D8116FD2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0E334-77AD-7D34-DFA3-864863A80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639E8-67CA-53FF-ECE3-CECC50F2A3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E5059E-3463-5ED3-AABD-727A95C6816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83396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9DD8D-9F4E-D476-EDB0-A4A7B0994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F5EB6-02AA-F481-67EF-6AC4C45BFD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D067C-A713-60DE-C035-16ADE70D78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7D9F74-A80D-FFEE-3A0B-6664AD59439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77835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notesSlide" Target="../notesSlides/notesSlide14.xml"/><Relationship Id="rId7" Type="http://schemas.openxmlformats.org/officeDocument/2006/relationships/diagramQuickStyle" Target="../diagrams/quickStyle1.xml"/><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4.png"/><Relationship Id="rId9" Type="http://schemas.microsoft.com/office/2007/relationships/diagramDrawing" Target="../diagrams/drawing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60459" y="3793022"/>
            <a:ext cx="1633432"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Ms.Karthikeyani</a:t>
            </a:r>
            <a:r>
              <a:rPr lang="en-US" sz="1200" b="1" dirty="0">
                <a:solidFill>
                  <a:srgbClr val="0D358D"/>
                </a:solidFill>
                <a:latin typeface="Arial" panose="020B0604020202020204" pitchFamily="34" charset="0"/>
                <a:ea typeface="Aileron Bold"/>
                <a:cs typeface="Arial" panose="020B0604020202020204" pitchFamily="34" charset="0"/>
                <a:sym typeface="Aileron Bold"/>
              </a:rPr>
              <a:t> V</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815951"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karthikaviswanath36@gmail.com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Ms,Uma</a:t>
              </a:r>
              <a:r>
                <a:rPr lang="en-US" sz="1200" b="1" dirty="0">
                  <a:solidFill>
                    <a:srgbClr val="0D358D"/>
                  </a:solidFill>
                  <a:latin typeface="Arial" panose="020B0604020202020204" pitchFamily="34" charset="0"/>
                  <a:ea typeface="Aileron Bold"/>
                  <a:cs typeface="Arial" panose="020B0604020202020204" pitchFamily="34" charset="0"/>
                  <a:sym typeface="Aileron Bold"/>
                </a:rPr>
                <a:t> Maheswari R</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2"/>
            <a:ext cx="5586243" cy="3139321"/>
          </a:xfrm>
          <a:prstGeom prst="rect">
            <a:avLst/>
          </a:prstGeom>
          <a:noFill/>
        </p:spPr>
        <p:txBody>
          <a:bodyPr wrap="square">
            <a:spAutoFit/>
          </a:bodyPr>
          <a:lstStyle/>
          <a:p>
            <a:pPr algn="just">
              <a:spcAft>
                <a:spcPts val="800"/>
              </a:spcAft>
              <a:tabLst>
                <a:tab pos="4229100" algn="ctr"/>
              </a:tabLst>
            </a:pPr>
            <a:r>
              <a:rPr lang="en-US" dirty="0">
                <a:latin typeface="Times New Roman" panose="02020603050405020304" pitchFamily="18" charset="0"/>
                <a:cs typeface="Times New Roman" panose="02020603050405020304" pitchFamily="18" charset="0"/>
              </a:rPr>
              <a:t>Student feedback plays a crucial role in evaluating teaching effectiveness and improving the overall quality of education. However, traditional feedback systems primarily rely on numerical ratings, which often fail to capture deeper insights and qualitative perspectives. To address this limitation, this project integrates Artificial Intelligence and Data Analytics to </a:t>
            </a:r>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both quantitative and qualitative feedback data. The main objective is to transform raw feedback into meaningful insights that support informed decision-making and enhance teaching and learning outcomes.</a:t>
            </a:r>
            <a:endParaRPr lang="en-US" sz="1800" dirty="0">
              <a:latin typeface="Times New Roman" panose="02020603050405020304" pitchFamily="18" charset="0"/>
              <a:ea typeface="+mn-lt"/>
              <a:cs typeface="Times New Roman" panose="02020603050405020304" pitchFamily="18"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7322234" y="3452739"/>
            <a:ext cx="1513156" cy="1513156"/>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8" name="TextBox 7">
            <a:extLst>
              <a:ext uri="{FF2B5EF4-FFF2-40B4-BE49-F238E27FC236}">
                <a16:creationId xmlns:a16="http://schemas.microsoft.com/office/drawing/2014/main" id="{F51F569B-6AAE-E152-E30B-585DAB726DF7}"/>
              </a:ext>
            </a:extLst>
          </p:cNvPr>
          <p:cNvSpPr txBox="1"/>
          <p:nvPr/>
        </p:nvSpPr>
        <p:spPr>
          <a:xfrm>
            <a:off x="436097" y="900395"/>
            <a:ext cx="7914126" cy="313932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feedback is widely used to evaluate teaching effectiveness, but current methods rely mainly on basic numerical analysis.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limits the ability to extract meaningful insights, especially from qualitative feedback.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Faculty, administrators, and students are affected due to lack of data-driven improvement strategies.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tools lack advanced analytics, automation, and thematic analysis capabilities.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addresses the gap by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and Data Analytics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generate actionable insights from feedback data within a defined dataset scope. </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7076050" y="3521988"/>
            <a:ext cx="1814732" cy="1555485"/>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8652754" cy="3474720"/>
          </a:xfrm>
          <a:prstGeom prst="rect">
            <a:avLst/>
          </a:prstGeom>
          <a:noFill/>
          <a:ln/>
        </p:spPr>
        <p:txBody>
          <a:bodyPr wrap="square" rtlCol="0" anchor="t"/>
          <a:lstStyle/>
          <a:p>
            <a:r>
              <a:rPr lang="en-US" dirty="0">
                <a:latin typeface="Times New Roman" panose="02020603050405020304" pitchFamily="18" charset="0"/>
                <a:cs typeface="Times New Roman" panose="02020603050405020304" pitchFamily="18" charset="0"/>
              </a:rPr>
              <a:t>To overcome the limitations of traditional feedback analysis, this project proposes an integrated approach using </a:t>
            </a:r>
            <a:r>
              <a:rPr lang="en-US" b="1" dirty="0">
                <a:latin typeface="Times New Roman" panose="02020603050405020304" pitchFamily="18" charset="0"/>
                <a:cs typeface="Times New Roman" panose="02020603050405020304" pitchFamily="18" charset="0"/>
              </a:rPr>
              <a:t>Artificial Intelligence and Data Analytics</a:t>
            </a:r>
            <a:r>
              <a:rPr lang="en-US" dirty="0">
                <a:latin typeface="Times New Roman" panose="02020603050405020304" pitchFamily="18" charset="0"/>
                <a:cs typeface="Times New Roman" panose="02020603050405020304" pitchFamily="18" charset="0"/>
              </a:rPr>
              <a:t> to transform raw student feedback into meaningful insights. The solution focuses on </a:t>
            </a:r>
            <a:r>
              <a:rPr lang="en-US" dirty="0" err="1">
                <a:latin typeface="Times New Roman" panose="02020603050405020304" pitchFamily="18" charset="0"/>
                <a:cs typeface="Times New Roman" panose="02020603050405020304" pitchFamily="18" charset="0"/>
              </a:rPr>
              <a:t>analysing</a:t>
            </a:r>
            <a:r>
              <a:rPr lang="en-US" dirty="0">
                <a:latin typeface="Times New Roman" panose="02020603050405020304" pitchFamily="18" charset="0"/>
                <a:cs typeface="Times New Roman" panose="02020603050405020304" pitchFamily="18" charset="0"/>
              </a:rPr>
              <a:t> both quantitative ratings and qualitative comments to provide a holistic evaluation of teaching performance.</a:t>
            </a:r>
          </a:p>
          <a:p>
            <a:r>
              <a:rPr lang="en-US" dirty="0">
                <a:latin typeface="Times New Roman" panose="02020603050405020304" pitchFamily="18" charset="0"/>
                <a:cs typeface="Times New Roman" panose="02020603050405020304" pitchFamily="18" charset="0"/>
              </a:rPr>
              <a:t>The methodology begins with </a:t>
            </a:r>
            <a:r>
              <a:rPr lang="en-US" b="1" dirty="0">
                <a:latin typeface="Times New Roman" panose="02020603050405020304" pitchFamily="18" charset="0"/>
                <a:cs typeface="Times New Roman" panose="02020603050405020304" pitchFamily="18" charset="0"/>
              </a:rPr>
              <a:t>data collection and validation</a:t>
            </a:r>
            <a:r>
              <a:rPr lang="en-US" dirty="0">
                <a:latin typeface="Times New Roman" panose="02020603050405020304" pitchFamily="18" charset="0"/>
                <a:cs typeface="Times New Roman" panose="02020603050405020304" pitchFamily="18" charset="0"/>
              </a:rPr>
              <a:t>, followed by </a:t>
            </a:r>
            <a:r>
              <a:rPr lang="en-US" b="1" dirty="0">
                <a:latin typeface="Times New Roman" panose="02020603050405020304" pitchFamily="18" charset="0"/>
                <a:cs typeface="Times New Roman" panose="02020603050405020304" pitchFamily="18" charset="0"/>
              </a:rPr>
              <a:t>data cleaning and transformation</a:t>
            </a:r>
            <a:r>
              <a:rPr lang="en-US" dirty="0">
                <a:latin typeface="Times New Roman" panose="02020603050405020304" pitchFamily="18" charset="0"/>
                <a:cs typeface="Times New Roman" panose="02020603050405020304" pitchFamily="18" charset="0"/>
              </a:rPr>
              <a:t> using Microsoft Excel. Pivot tables and calculated fields are applied to perform parameter-wise, faculty-wise, and department-wise analysis. Further, </a:t>
            </a:r>
            <a:r>
              <a:rPr lang="en-US" b="1" dirty="0">
                <a:latin typeface="Times New Roman" panose="02020603050405020304" pitchFamily="18" charset="0"/>
                <a:cs typeface="Times New Roman" panose="02020603050405020304" pitchFamily="18" charset="0"/>
              </a:rPr>
              <a:t>AI tools such as ChatGPT and Microsoft Copilot</a:t>
            </a:r>
            <a:r>
              <a:rPr lang="en-US" dirty="0">
                <a:latin typeface="Times New Roman" panose="02020603050405020304" pitchFamily="18" charset="0"/>
                <a:cs typeface="Times New Roman" panose="02020603050405020304" pitchFamily="18" charset="0"/>
              </a:rPr>
              <a:t> are used to </a:t>
            </a:r>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textual feedback, identify recurring themes, and generate actionable recommendations.</a:t>
            </a:r>
          </a:p>
          <a:p>
            <a:r>
              <a:rPr lang="en-US" dirty="0">
                <a:latin typeface="Times New Roman" panose="02020603050405020304" pitchFamily="18" charset="0"/>
                <a:cs typeface="Times New Roman" panose="02020603050405020304" pitchFamily="18" charset="0"/>
              </a:rPr>
              <a:t>The processed data is then visualized through </a:t>
            </a:r>
            <a:r>
              <a:rPr lang="en-US" b="1" dirty="0">
                <a:latin typeface="Times New Roman" panose="02020603050405020304" pitchFamily="18" charset="0"/>
                <a:cs typeface="Times New Roman" panose="02020603050405020304" pitchFamily="18" charset="0"/>
              </a:rPr>
              <a:t>interactive dashboards in Power BI</a:t>
            </a:r>
            <a:r>
              <a:rPr lang="en-US" dirty="0">
                <a:latin typeface="Times New Roman" panose="02020603050405020304" pitchFamily="18" charset="0"/>
                <a:cs typeface="Times New Roman" panose="02020603050405020304" pitchFamily="18" charset="0"/>
              </a:rPr>
              <a:t>, enabling easy interpretation of trends, performance levels, and satisfaction metrics.</a:t>
            </a:r>
          </a:p>
          <a:p>
            <a:pPr marL="0" indent="0">
              <a:buNone/>
            </a:pP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22" name="TextBox 21">
            <a:extLst>
              <a:ext uri="{FF2B5EF4-FFF2-40B4-BE49-F238E27FC236}">
                <a16:creationId xmlns:a16="http://schemas.microsoft.com/office/drawing/2014/main" id="{82A49159-7548-77FC-0BB4-BCC2D98D6142}"/>
              </a:ext>
            </a:extLst>
          </p:cNvPr>
          <p:cNvSpPr txBox="1"/>
          <p:nvPr/>
        </p:nvSpPr>
        <p:spPr>
          <a:xfrm>
            <a:off x="326848" y="1597323"/>
            <a:ext cx="8683510" cy="3366563"/>
          </a:xfrm>
          <a:prstGeom prst="rect">
            <a:avLst/>
          </a:prstGeom>
          <a:noFill/>
        </p:spPr>
        <p:txBody>
          <a:bodyPr wrap="square">
            <a:spAutoFit/>
          </a:bodyPr>
          <a:lstStyle/>
          <a:p>
            <a:pPr>
              <a:lnSpc>
                <a:spcPct val="150000"/>
              </a:lnSpc>
              <a:buNone/>
            </a:pPr>
            <a:r>
              <a:rPr lang="en-US" dirty="0">
                <a:latin typeface="Times New Roman" panose="02020603050405020304" pitchFamily="18" charset="0"/>
                <a:cs typeface="Times New Roman" panose="02020603050405020304" pitchFamily="18" charset="0"/>
              </a:rPr>
              <a:t>The primary data source for this project is </a:t>
            </a:r>
            <a:r>
              <a:rPr lang="en-US" b="1" dirty="0">
                <a:latin typeface="Times New Roman" panose="02020603050405020304" pitchFamily="18" charset="0"/>
                <a:cs typeface="Times New Roman" panose="02020603050405020304" pitchFamily="18" charset="0"/>
              </a:rPr>
              <a:t>student feedback collected through structured questionnaires</a:t>
            </a:r>
            <a:r>
              <a:rPr lang="en-US" dirty="0">
                <a:latin typeface="Times New Roman" panose="02020603050405020304" pitchFamily="18" charset="0"/>
                <a:cs typeface="Times New Roman" panose="02020603050405020304" pitchFamily="18" charset="0"/>
              </a:rPr>
              <a:t>, typically maintained in Microsoft Excel format. The dataset includes both </a:t>
            </a:r>
            <a:r>
              <a:rPr lang="en-US" b="1" dirty="0">
                <a:latin typeface="Times New Roman" panose="02020603050405020304" pitchFamily="18" charset="0"/>
                <a:cs typeface="Times New Roman" panose="02020603050405020304" pitchFamily="18" charset="0"/>
              </a:rPr>
              <a:t>quantitative ratings</a:t>
            </a:r>
            <a:r>
              <a:rPr lang="en-US" dirty="0">
                <a:latin typeface="Times New Roman" panose="02020603050405020304" pitchFamily="18" charset="0"/>
                <a:cs typeface="Times New Roman" panose="02020603050405020304" pitchFamily="18" charset="0"/>
              </a:rPr>
              <a:t> (such as engagement, clarity, and support on a scale of 1–5) and </a:t>
            </a:r>
            <a:r>
              <a:rPr lang="en-US" b="1" dirty="0">
                <a:latin typeface="Times New Roman" panose="02020603050405020304" pitchFamily="18" charset="0"/>
                <a:cs typeface="Times New Roman" panose="02020603050405020304" pitchFamily="18" charset="0"/>
              </a:rPr>
              <a:t>qualitative comments</a:t>
            </a:r>
            <a:r>
              <a:rPr lang="en-US" dirty="0">
                <a:latin typeface="Times New Roman" panose="02020603050405020304" pitchFamily="18" charset="0"/>
                <a:cs typeface="Times New Roman" panose="02020603050405020304" pitchFamily="18" charset="0"/>
              </a:rPr>
              <a:t> provided by students.</a:t>
            </a:r>
          </a:p>
          <a:p>
            <a:pPr>
              <a:lnSpc>
                <a:spcPct val="150000"/>
              </a:lnSpc>
              <a:buNone/>
            </a:pPr>
            <a:r>
              <a:rPr lang="en-US" dirty="0">
                <a:latin typeface="Times New Roman" panose="02020603050405020304" pitchFamily="18" charset="0"/>
                <a:cs typeface="Times New Roman" panose="02020603050405020304" pitchFamily="18" charset="0"/>
              </a:rPr>
              <a:t>The data is obtained from:</a:t>
            </a: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Raw Excel files</a:t>
            </a:r>
            <a:r>
              <a:rPr lang="en-US" dirty="0">
                <a:latin typeface="Times New Roman" panose="02020603050405020304" pitchFamily="18" charset="0"/>
                <a:cs typeface="Times New Roman" panose="02020603050405020304" pitchFamily="18" charset="0"/>
              </a:rPr>
              <a:t> containing student feedback records </a:t>
            </a: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Department-wise and course-wise datasets</a:t>
            </a:r>
            <a:r>
              <a:rPr lang="en-US" dirty="0">
                <a:latin typeface="Times New Roman" panose="02020603050405020304" pitchFamily="18" charset="0"/>
                <a:cs typeface="Times New Roman" panose="02020603050405020304" pitchFamily="18" charset="0"/>
              </a:rPr>
              <a:t> </a:t>
            </a: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Uploaded datasets</a:t>
            </a:r>
            <a:r>
              <a:rPr lang="en-US" dirty="0">
                <a:latin typeface="Times New Roman" panose="02020603050405020304" pitchFamily="18" charset="0"/>
                <a:cs typeface="Times New Roman" panose="02020603050405020304" pitchFamily="18" charset="0"/>
              </a:rPr>
              <a:t> for analysis in Excel and Power BI</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560E-F74B-0152-1316-8D14EFB726A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5C1618C-49D2-0B21-79E0-0ED375D9A66F}"/>
              </a:ext>
            </a:extLst>
          </p:cNvPr>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10" name="Shape 8">
            <a:extLst>
              <a:ext uri="{FF2B5EF4-FFF2-40B4-BE49-F238E27FC236}">
                <a16:creationId xmlns:a16="http://schemas.microsoft.com/office/drawing/2014/main" id="{0E1C5337-B79E-C4CC-E321-6F036FC08E1C}"/>
              </a:ext>
            </a:extLst>
          </p:cNvPr>
          <p:cNvSpPr/>
          <p:nvPr/>
        </p:nvSpPr>
        <p:spPr>
          <a:xfrm>
            <a:off x="210789" y="1041832"/>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a:extLst>
              <a:ext uri="{FF2B5EF4-FFF2-40B4-BE49-F238E27FC236}">
                <a16:creationId xmlns:a16="http://schemas.microsoft.com/office/drawing/2014/main" id="{DB89B166-9234-E146-2221-667E10EA4B5E}"/>
              </a:ext>
            </a:extLst>
          </p:cNvPr>
          <p:cNvSpPr/>
          <p:nvPr/>
        </p:nvSpPr>
        <p:spPr>
          <a:xfrm>
            <a:off x="4332397" y="1041832"/>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a:extLst>
              <a:ext uri="{FF2B5EF4-FFF2-40B4-BE49-F238E27FC236}">
                <a16:creationId xmlns:a16="http://schemas.microsoft.com/office/drawing/2014/main" id="{23A318A8-91E2-6CBB-83BE-9A3CB6C91F32}"/>
              </a:ext>
            </a:extLst>
          </p:cNvPr>
          <p:cNvSpPr/>
          <p:nvPr/>
        </p:nvSpPr>
        <p:spPr>
          <a:xfrm>
            <a:off x="210789" y="10418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a:extLst>
              <a:ext uri="{FF2B5EF4-FFF2-40B4-BE49-F238E27FC236}">
                <a16:creationId xmlns:a16="http://schemas.microsoft.com/office/drawing/2014/main" id="{D20BFC21-5190-5F06-8ADA-4589368BE763}"/>
              </a:ext>
            </a:extLst>
          </p:cNvPr>
          <p:cNvSpPr/>
          <p:nvPr/>
        </p:nvSpPr>
        <p:spPr>
          <a:xfrm>
            <a:off x="130350" y="1425881"/>
            <a:ext cx="8654698" cy="3455608"/>
          </a:xfrm>
          <a:prstGeom prst="rect">
            <a:avLst/>
          </a:prstGeom>
          <a:noFill/>
          <a:ln/>
        </p:spPr>
        <p:txBody>
          <a:bodyPr wrap="square" rtlCol="0" anchor="t"/>
          <a:lstStyle/>
          <a:p>
            <a:pPr algn="just"/>
            <a:r>
              <a:rPr lang="en-US" sz="1600" dirty="0">
                <a:latin typeface="Times New Roman" panose="02020603050405020304" pitchFamily="18" charset="0"/>
                <a:cs typeface="Times New Roman" panose="02020603050405020304" pitchFamily="18" charset="0"/>
              </a:rPr>
              <a:t>The collected student feedback data is systematically processed to ensure accuracy and meaningful analysis. Initially, </a:t>
            </a:r>
            <a:r>
              <a:rPr lang="en-US" sz="1600" b="1" dirty="0">
                <a:latin typeface="Times New Roman" panose="02020603050405020304" pitchFamily="18" charset="0"/>
                <a:cs typeface="Times New Roman" panose="02020603050405020304" pitchFamily="18" charset="0"/>
              </a:rPr>
              <a:t>data cleaning</a:t>
            </a:r>
            <a:r>
              <a:rPr lang="en-US" sz="1600" dirty="0">
                <a:latin typeface="Times New Roman" panose="02020603050405020304" pitchFamily="18" charset="0"/>
                <a:cs typeface="Times New Roman" panose="02020603050405020304" pitchFamily="18" charset="0"/>
              </a:rPr>
              <a:t> is performed using Microsoft Excel by removing duplicate entries, handling missing values, and standardizing the rating scale (1–5) for consistency.</a:t>
            </a:r>
          </a:p>
          <a:p>
            <a:pPr algn="just"/>
            <a:r>
              <a:rPr lang="en-US" sz="1600" dirty="0">
                <a:latin typeface="Times New Roman" panose="02020603050405020304" pitchFamily="18" charset="0"/>
                <a:cs typeface="Times New Roman" panose="02020603050405020304" pitchFamily="18" charset="0"/>
              </a:rPr>
              <a:t>Next, the data undergoes </a:t>
            </a:r>
            <a:r>
              <a:rPr lang="en-US" sz="1600" b="1" dirty="0">
                <a:latin typeface="Times New Roman" panose="02020603050405020304" pitchFamily="18" charset="0"/>
                <a:cs typeface="Times New Roman" panose="02020603050405020304" pitchFamily="18" charset="0"/>
              </a:rPr>
              <a:t>transformation</a:t>
            </a:r>
            <a:r>
              <a:rPr lang="en-US" sz="1600" dirty="0">
                <a:latin typeface="Times New Roman" panose="02020603050405020304" pitchFamily="18" charset="0"/>
                <a:cs typeface="Times New Roman" panose="02020603050405020304" pitchFamily="18" charset="0"/>
              </a:rPr>
              <a:t>, where it is organized into structured formats suitable for analysis. Parameters such as engagement, clarity, and student support are categorized, and calculated fields are created to derive average scores and performance indicators.</a:t>
            </a:r>
          </a:p>
          <a:p>
            <a:pPr algn="just"/>
            <a:r>
              <a:rPr lang="en-US" sz="1600" dirty="0">
                <a:latin typeface="Times New Roman" panose="02020603050405020304" pitchFamily="18" charset="0"/>
                <a:cs typeface="Times New Roman" panose="02020603050405020304" pitchFamily="18" charset="0"/>
              </a:rPr>
              <a:t>For analysis, </a:t>
            </a:r>
            <a:r>
              <a:rPr lang="en-US" sz="1600" b="1" dirty="0">
                <a:latin typeface="Times New Roman" panose="02020603050405020304" pitchFamily="18" charset="0"/>
                <a:cs typeface="Times New Roman" panose="02020603050405020304" pitchFamily="18" charset="0"/>
              </a:rPr>
              <a:t>Pivot Tables</a:t>
            </a:r>
            <a:r>
              <a:rPr lang="en-US" sz="1600" dirty="0">
                <a:latin typeface="Times New Roman" panose="02020603050405020304" pitchFamily="18" charset="0"/>
                <a:cs typeface="Times New Roman" panose="02020603050405020304" pitchFamily="18" charset="0"/>
              </a:rPr>
              <a:t> are used to perform faculty-wise, department-wise, and course-wise evaluations. Key metrics such as average scores, percentage distribution, and performance categories (e.g., Strong, Moderate, Needs Improvement) are calculated.</a:t>
            </a:r>
          </a:p>
          <a:p>
            <a:pPr algn="just"/>
            <a:r>
              <a:rPr lang="en-US" sz="1600" dirty="0">
                <a:latin typeface="Times New Roman" panose="02020603050405020304" pitchFamily="18" charset="0"/>
                <a:cs typeface="Times New Roman" panose="02020603050405020304" pitchFamily="18" charset="0"/>
              </a:rPr>
              <a:t>Additionally, </a:t>
            </a:r>
            <a:r>
              <a:rPr lang="en-US" sz="1600" b="1" dirty="0">
                <a:latin typeface="Times New Roman" panose="02020603050405020304" pitchFamily="18" charset="0"/>
                <a:cs typeface="Times New Roman" panose="02020603050405020304" pitchFamily="18" charset="0"/>
              </a:rPr>
              <a:t>AI tools like ChatGPT and Microsoft Copilot</a:t>
            </a:r>
            <a:r>
              <a:rPr lang="en-US" sz="1600" dirty="0">
                <a:latin typeface="Times New Roman" panose="02020603050405020304" pitchFamily="18" charset="0"/>
                <a:cs typeface="Times New Roman" panose="02020603050405020304" pitchFamily="18" charset="0"/>
              </a:rPr>
              <a:t> are integrated to </a:t>
            </a:r>
            <a:r>
              <a:rPr lang="en-US" sz="1600" dirty="0" err="1">
                <a:latin typeface="Times New Roman" panose="02020603050405020304" pitchFamily="18" charset="0"/>
                <a:cs typeface="Times New Roman" panose="02020603050405020304" pitchFamily="18" charset="0"/>
              </a:rPr>
              <a:t>analyse</a:t>
            </a:r>
            <a:r>
              <a:rPr lang="en-US" sz="1600" dirty="0">
                <a:latin typeface="Times New Roman" panose="02020603050405020304" pitchFamily="18" charset="0"/>
                <a:cs typeface="Times New Roman" panose="02020603050405020304" pitchFamily="18" charset="0"/>
              </a:rPr>
              <a:t> qualitative feedback, identify recurring themes, and generate insights and recommendations.</a:t>
            </a:r>
          </a:p>
          <a:p>
            <a:pPr algn="just"/>
            <a:r>
              <a:rPr lang="en-US" sz="1600" dirty="0">
                <a:latin typeface="Times New Roman" panose="02020603050405020304" pitchFamily="18" charset="0"/>
                <a:cs typeface="Times New Roman" panose="02020603050405020304" pitchFamily="18" charset="0"/>
              </a:rPr>
              <a:t>Finally, the processed data is visualized using </a:t>
            </a:r>
            <a:r>
              <a:rPr lang="en-US" sz="1600" b="1" dirty="0">
                <a:latin typeface="Times New Roman" panose="02020603050405020304" pitchFamily="18" charset="0"/>
                <a:cs typeface="Times New Roman" panose="02020603050405020304" pitchFamily="18" charset="0"/>
              </a:rPr>
              <a:t>Power BI dashboards</a:t>
            </a:r>
            <a:r>
              <a:rPr lang="en-US" sz="1600" dirty="0">
                <a:latin typeface="Times New Roman" panose="02020603050405020304" pitchFamily="18" charset="0"/>
                <a:cs typeface="Times New Roman" panose="02020603050405020304" pitchFamily="18" charset="0"/>
              </a:rPr>
              <a:t>, enabling clear interpretation of trends, comparisons, and overall performance.</a:t>
            </a:r>
          </a:p>
          <a:p>
            <a:pPr marL="0" indent="0">
              <a:buNone/>
            </a:pPr>
            <a:endParaRPr lang="en-US" sz="1600" dirty="0">
              <a:latin typeface="Lato" panose="020F0502020204030203"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914915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D8E5-014D-C9C3-471A-CD6D495C756B}"/>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0C9476E-D490-54C2-6946-B5ADEC82EB77}"/>
              </a:ext>
            </a:extLst>
          </p:cNvPr>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14" name="Shape 12">
            <a:extLst>
              <a:ext uri="{FF2B5EF4-FFF2-40B4-BE49-F238E27FC236}">
                <a16:creationId xmlns:a16="http://schemas.microsoft.com/office/drawing/2014/main" id="{C805FC63-5647-023F-3532-B5110924B542}"/>
              </a:ext>
            </a:extLst>
          </p:cNvPr>
          <p:cNvSpPr/>
          <p:nvPr/>
        </p:nvSpPr>
        <p:spPr>
          <a:xfrm>
            <a:off x="130350" y="1058879"/>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6" name="Text 14">
            <a:extLst>
              <a:ext uri="{FF2B5EF4-FFF2-40B4-BE49-F238E27FC236}">
                <a16:creationId xmlns:a16="http://schemas.microsoft.com/office/drawing/2014/main" id="{4E805E80-51B4-F6E3-B239-4E2B0EA5FE21}"/>
              </a:ext>
            </a:extLst>
          </p:cNvPr>
          <p:cNvSpPr/>
          <p:nvPr/>
        </p:nvSpPr>
        <p:spPr>
          <a:xfrm>
            <a:off x="130350" y="1058879"/>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9" name="Shape 17">
            <a:extLst>
              <a:ext uri="{FF2B5EF4-FFF2-40B4-BE49-F238E27FC236}">
                <a16:creationId xmlns:a16="http://schemas.microsoft.com/office/drawing/2014/main" id="{F19F4289-2016-D85E-46D7-27DCC1599617}"/>
              </a:ext>
            </a:extLst>
          </p:cNvPr>
          <p:cNvSpPr/>
          <p:nvPr/>
        </p:nvSpPr>
        <p:spPr>
          <a:xfrm>
            <a:off x="4245150" y="1041832"/>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4" name="TextBox 23">
            <a:extLst>
              <a:ext uri="{FF2B5EF4-FFF2-40B4-BE49-F238E27FC236}">
                <a16:creationId xmlns:a16="http://schemas.microsoft.com/office/drawing/2014/main" id="{45C804BC-E1E0-2A78-43E3-598EDCB5B877}"/>
              </a:ext>
            </a:extLst>
          </p:cNvPr>
          <p:cNvSpPr txBox="1"/>
          <p:nvPr/>
        </p:nvSpPr>
        <p:spPr>
          <a:xfrm>
            <a:off x="420180" y="1681089"/>
            <a:ext cx="7464761" cy="3139321"/>
          </a:xfrm>
          <a:prstGeom prst="rect">
            <a:avLst/>
          </a:prstGeom>
          <a:noFill/>
        </p:spPr>
        <p:txBody>
          <a:bodyPr wrap="square" rtlCol="0">
            <a:spAutoFit/>
          </a:bodyPr>
          <a:lstStyle/>
          <a:p>
            <a:pPr marL="285750" lvl="0" indent="-285750" eaLnBrk="0" fontAlgn="base" hangingPunct="0">
              <a:lnSpc>
                <a:spcPct val="200000"/>
              </a:lnSpc>
              <a:spcBef>
                <a:spcPct val="0"/>
              </a:spcBef>
              <a:spcAft>
                <a:spcPct val="0"/>
              </a:spcAf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Excel → Cleaning, transformation, Pivot analysis </a:t>
            </a:r>
          </a:p>
          <a:p>
            <a:pPr marL="285750" lvl="0" indent="-285750" eaLnBrk="0" fontAlgn="base" hangingPunct="0">
              <a:lnSpc>
                <a:spcPct val="200000"/>
              </a:lnSpc>
              <a:spcBef>
                <a:spcPct val="0"/>
              </a:spcBef>
              <a:spcAft>
                <a:spcPct val="0"/>
              </a:spcAf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Power BI → Dashboard &amp; visualization </a:t>
            </a:r>
          </a:p>
          <a:p>
            <a:pPr marL="285750" lvl="0" indent="-285750" eaLnBrk="0" fontAlgn="base" hangingPunct="0">
              <a:lnSpc>
                <a:spcPct val="200000"/>
              </a:lnSpc>
              <a:spcBef>
                <a:spcPct val="0"/>
              </a:spcBef>
              <a:spcAft>
                <a:spcPct val="0"/>
              </a:spcAf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Copilot → Automated insights &amp; summaries </a:t>
            </a:r>
          </a:p>
          <a:p>
            <a:pPr marL="285750" lvl="0" indent="-285750" eaLnBrk="0" fontAlgn="base" hangingPunct="0">
              <a:lnSpc>
                <a:spcPct val="200000"/>
              </a:lnSpc>
              <a:spcBef>
                <a:spcPct val="0"/>
              </a:spcBef>
              <a:spcAft>
                <a:spcPct val="0"/>
              </a:spcAf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ChatGPT → Thematic analysis &amp; recommendations </a:t>
            </a:r>
          </a:p>
          <a:p>
            <a:pPr marL="285750" lvl="0" indent="-285750" eaLnBrk="0" fontAlgn="base" hangingPunct="0">
              <a:lnSpc>
                <a:spcPct val="200000"/>
              </a:lnSpc>
              <a:spcBef>
                <a:spcPct val="0"/>
              </a:spcBef>
              <a:spcAft>
                <a:spcPct val="0"/>
              </a:spcAf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Outcome → Efficient, accurate, and insight-driven analysis </a:t>
            </a:r>
          </a:p>
          <a:p>
            <a:endParaRPr lang="en-IN" dirty="0"/>
          </a:p>
        </p:txBody>
      </p:sp>
    </p:spTree>
    <p:custDataLst>
      <p:tags r:id="rId1"/>
    </p:custDataLst>
    <p:extLst>
      <p:ext uri="{BB962C8B-B14F-4D97-AF65-F5344CB8AC3E}">
        <p14:creationId xmlns:p14="http://schemas.microsoft.com/office/powerpoint/2010/main" val="804538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3674E-4D53-C064-EFBB-EA3B4A8A350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82283BF-767D-6B72-6105-077DF8B7CC9E}"/>
              </a:ext>
            </a:extLst>
          </p:cNvPr>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14" name="Shape 12">
            <a:extLst>
              <a:ext uri="{FF2B5EF4-FFF2-40B4-BE49-F238E27FC236}">
                <a16:creationId xmlns:a16="http://schemas.microsoft.com/office/drawing/2014/main" id="{F987E3E6-3838-ECA6-9B3D-03D493DAC259}"/>
              </a:ext>
            </a:extLst>
          </p:cNvPr>
          <p:cNvSpPr/>
          <p:nvPr/>
        </p:nvSpPr>
        <p:spPr>
          <a:xfrm>
            <a:off x="130350" y="106450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a:extLst>
              <a:ext uri="{FF2B5EF4-FFF2-40B4-BE49-F238E27FC236}">
                <a16:creationId xmlns:a16="http://schemas.microsoft.com/office/drawing/2014/main" id="{6C2A02FD-373B-40E6-98F0-7DB44D57FA77}"/>
              </a:ext>
            </a:extLst>
          </p:cNvPr>
          <p:cNvSpPr/>
          <p:nvPr/>
        </p:nvSpPr>
        <p:spPr>
          <a:xfrm>
            <a:off x="4245150" y="106450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a:extLst>
              <a:ext uri="{FF2B5EF4-FFF2-40B4-BE49-F238E27FC236}">
                <a16:creationId xmlns:a16="http://schemas.microsoft.com/office/drawing/2014/main" id="{BEC040FA-D00B-C462-E239-6A16BA0F6991}"/>
              </a:ext>
            </a:extLst>
          </p:cNvPr>
          <p:cNvSpPr/>
          <p:nvPr/>
        </p:nvSpPr>
        <p:spPr>
          <a:xfrm>
            <a:off x="130350" y="1050439"/>
            <a:ext cx="3840480" cy="310896"/>
          </a:xfrm>
          <a:prstGeom prst="rect">
            <a:avLst/>
          </a:prstGeom>
          <a:noFill/>
          <a:ln/>
        </p:spPr>
        <p:txBody>
          <a:bodyPr wrap="square" rtlCol="0" anchor="ctr"/>
          <a:lstStyle/>
          <a:p>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17" name="Text 15">
            <a:extLst>
              <a:ext uri="{FF2B5EF4-FFF2-40B4-BE49-F238E27FC236}">
                <a16:creationId xmlns:a16="http://schemas.microsoft.com/office/drawing/2014/main" id="{06E1D5B9-77FD-AD25-83F7-B4821C017242}"/>
              </a:ext>
            </a:extLst>
          </p:cNvPr>
          <p:cNvSpPr/>
          <p:nvPr/>
        </p:nvSpPr>
        <p:spPr>
          <a:xfrm>
            <a:off x="130350" y="1549019"/>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5237EC04-E5B0-2C8D-D31D-848061E7A3BD}"/>
              </a:ext>
            </a:extLst>
          </p:cNvPr>
          <p:cNvPicPr>
            <a:picLocks noChangeAspect="1"/>
          </p:cNvPicPr>
          <p:nvPr/>
        </p:nvPicPr>
        <p:blipFill>
          <a:blip r:embed="rId4"/>
          <a:stretch>
            <a:fillRect/>
          </a:stretch>
        </p:blipFill>
        <p:spPr>
          <a:xfrm>
            <a:off x="326194" y="1448554"/>
            <a:ext cx="7502477" cy="3403923"/>
          </a:xfrm>
          <a:prstGeom prst="rect">
            <a:avLst/>
          </a:prstGeom>
        </p:spPr>
      </p:pic>
    </p:spTree>
    <p:custDataLst>
      <p:tags r:id="rId1"/>
    </p:custDataLst>
    <p:extLst>
      <p:ext uri="{BB962C8B-B14F-4D97-AF65-F5344CB8AC3E}">
        <p14:creationId xmlns:p14="http://schemas.microsoft.com/office/powerpoint/2010/main" val="3647308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graphicFrame>
        <p:nvGraphicFramePr>
          <p:cNvPr id="2" name="Chart 1">
            <a:extLst>
              <a:ext uri="{FF2B5EF4-FFF2-40B4-BE49-F238E27FC236}">
                <a16:creationId xmlns:a16="http://schemas.microsoft.com/office/drawing/2014/main" id="{A874AE57-BBFD-71AF-A605-777B33AE5F08}"/>
              </a:ext>
            </a:extLst>
          </p:cNvPr>
          <p:cNvGraphicFramePr/>
          <p:nvPr>
            <p:extLst>
              <p:ext uri="{D42A27DB-BD31-4B8C-83A1-F6EECF244321}">
                <p14:modId xmlns:p14="http://schemas.microsoft.com/office/powerpoint/2010/main" val="983177123"/>
              </p:ext>
            </p:extLst>
          </p:nvPr>
        </p:nvGraphicFramePr>
        <p:xfrm>
          <a:off x="5212081" y="1499526"/>
          <a:ext cx="3826412" cy="329755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Table 2">
            <a:extLst>
              <a:ext uri="{FF2B5EF4-FFF2-40B4-BE49-F238E27FC236}">
                <a16:creationId xmlns:a16="http://schemas.microsoft.com/office/drawing/2014/main" id="{0B0A870C-5C28-7526-D7D4-C211AF933E68}"/>
              </a:ext>
            </a:extLst>
          </p:cNvPr>
          <p:cNvGraphicFramePr>
            <a:graphicFrameLocks noGrp="1"/>
          </p:cNvGraphicFramePr>
          <p:nvPr>
            <p:extLst>
              <p:ext uri="{D42A27DB-BD31-4B8C-83A1-F6EECF244321}">
                <p14:modId xmlns:p14="http://schemas.microsoft.com/office/powerpoint/2010/main" val="4145470256"/>
              </p:ext>
            </p:extLst>
          </p:nvPr>
        </p:nvGraphicFramePr>
        <p:xfrm>
          <a:off x="75590" y="504908"/>
          <a:ext cx="5136490" cy="2475883"/>
        </p:xfrm>
        <a:graphic>
          <a:graphicData uri="http://schemas.openxmlformats.org/drawingml/2006/table">
            <a:tbl>
              <a:tblPr firstRow="1" firstCol="1" bandRow="1">
                <a:tableStyleId>{5C22544A-7EE6-4342-B048-85BDC9FD1C3A}</a:tableStyleId>
              </a:tblPr>
              <a:tblGrid>
                <a:gridCol w="944371">
                  <a:extLst>
                    <a:ext uri="{9D8B030D-6E8A-4147-A177-3AD203B41FA5}">
                      <a16:colId xmlns:a16="http://schemas.microsoft.com/office/drawing/2014/main" val="2195194589"/>
                    </a:ext>
                  </a:extLst>
                </a:gridCol>
                <a:gridCol w="801020">
                  <a:extLst>
                    <a:ext uri="{9D8B030D-6E8A-4147-A177-3AD203B41FA5}">
                      <a16:colId xmlns:a16="http://schemas.microsoft.com/office/drawing/2014/main" val="1489475146"/>
                    </a:ext>
                  </a:extLst>
                </a:gridCol>
                <a:gridCol w="679248">
                  <a:extLst>
                    <a:ext uri="{9D8B030D-6E8A-4147-A177-3AD203B41FA5}">
                      <a16:colId xmlns:a16="http://schemas.microsoft.com/office/drawing/2014/main" val="967095330"/>
                    </a:ext>
                  </a:extLst>
                </a:gridCol>
                <a:gridCol w="541548">
                  <a:extLst>
                    <a:ext uri="{9D8B030D-6E8A-4147-A177-3AD203B41FA5}">
                      <a16:colId xmlns:a16="http://schemas.microsoft.com/office/drawing/2014/main" val="4158499229"/>
                    </a:ext>
                  </a:extLst>
                </a:gridCol>
                <a:gridCol w="541548">
                  <a:extLst>
                    <a:ext uri="{9D8B030D-6E8A-4147-A177-3AD203B41FA5}">
                      <a16:colId xmlns:a16="http://schemas.microsoft.com/office/drawing/2014/main" val="1376309532"/>
                    </a:ext>
                  </a:extLst>
                </a:gridCol>
                <a:gridCol w="545145">
                  <a:extLst>
                    <a:ext uri="{9D8B030D-6E8A-4147-A177-3AD203B41FA5}">
                      <a16:colId xmlns:a16="http://schemas.microsoft.com/office/drawing/2014/main" val="169153585"/>
                    </a:ext>
                  </a:extLst>
                </a:gridCol>
                <a:gridCol w="542062">
                  <a:extLst>
                    <a:ext uri="{9D8B030D-6E8A-4147-A177-3AD203B41FA5}">
                      <a16:colId xmlns:a16="http://schemas.microsoft.com/office/drawing/2014/main" val="3494643881"/>
                    </a:ext>
                  </a:extLst>
                </a:gridCol>
                <a:gridCol w="541548">
                  <a:extLst>
                    <a:ext uri="{9D8B030D-6E8A-4147-A177-3AD203B41FA5}">
                      <a16:colId xmlns:a16="http://schemas.microsoft.com/office/drawing/2014/main" val="941876999"/>
                    </a:ext>
                  </a:extLst>
                </a:gridCol>
              </a:tblGrid>
              <a:tr h="593126">
                <a:tc>
                  <a:txBody>
                    <a:bodyPr/>
                    <a:lstStyle/>
                    <a:p>
                      <a:pPr>
                        <a:buNone/>
                      </a:pPr>
                      <a:endParaRPr lang="en-IN" sz="1100">
                        <a:effectLst/>
                        <a:latin typeface="Arial" panose="020B0604020202020204" pitchFamily="34" charset="0"/>
                      </a:endParaRPr>
                    </a:p>
                  </a:txBody>
                  <a:tcPr marL="68580" marR="68580" marT="0" marB="0"/>
                </a:tc>
                <a:tc gridSpan="6">
                  <a:txBody>
                    <a:bodyPr/>
                    <a:lstStyle/>
                    <a:p>
                      <a:pPr algn="ctr">
                        <a:buNone/>
                      </a:pPr>
                      <a:r>
                        <a:rPr lang="en-IN" sz="1100">
                          <a:effectLst/>
                        </a:rPr>
                        <a:t> </a:t>
                      </a:r>
                    </a:p>
                    <a:p>
                      <a:pPr algn="ctr">
                        <a:buNone/>
                      </a:pPr>
                      <a:r>
                        <a:rPr lang="en-IN" sz="1100">
                          <a:effectLst/>
                        </a:rPr>
                        <a:t> </a:t>
                      </a:r>
                    </a:p>
                    <a:p>
                      <a:pPr algn="ctr">
                        <a:buNone/>
                      </a:pPr>
                      <a:r>
                        <a:rPr lang="en-IN" sz="1100">
                          <a:effectLst/>
                        </a:rPr>
                        <a:t> Average of Engagement Level of faculty </a:t>
                      </a:r>
                    </a:p>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936490284"/>
                  </a:ext>
                </a:extLst>
              </a:tr>
              <a:tr h="444845">
                <a:tc>
                  <a:txBody>
                    <a:bodyPr/>
                    <a:lstStyle/>
                    <a:p>
                      <a:pPr algn="ctr">
                        <a:buNone/>
                      </a:pPr>
                      <a:r>
                        <a:rPr lang="en-IN" sz="1100">
                          <a:effectLst/>
                        </a:rPr>
                        <a:t>Department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Dr. Anitha R</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Dr. Priya M</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Dr. Suresh P</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Mr. Karthik S</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Mr.Arun V</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Ms. Divya K</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Grand Total</a:t>
                      </a:r>
                      <a:endParaRPr lang="en-IN"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416525419"/>
                  </a:ext>
                </a:extLst>
              </a:tr>
              <a:tr h="148282">
                <a:tc>
                  <a:txBody>
                    <a:bodyPr/>
                    <a:lstStyle/>
                    <a:p>
                      <a:pPr algn="ctr">
                        <a:buNone/>
                      </a:pPr>
                      <a:r>
                        <a:rPr lang="en-IN" sz="1100">
                          <a:effectLst/>
                        </a:rPr>
                        <a:t>Commerce</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3.17</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3.00</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3.09</a:t>
                      </a:r>
                      <a:endParaRPr lang="en-IN"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258017962"/>
                  </a:ext>
                </a:extLst>
              </a:tr>
              <a:tr h="296563">
                <a:tc>
                  <a:txBody>
                    <a:bodyPr/>
                    <a:lstStyle/>
                    <a:p>
                      <a:pPr algn="ctr">
                        <a:buNone/>
                      </a:pPr>
                      <a:r>
                        <a:rPr lang="en-IN" sz="1100">
                          <a:effectLst/>
                        </a:rPr>
                        <a:t>Computer Science</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3.27</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2.95</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dirty="0">
                          <a:effectLst/>
                        </a:rPr>
                        <a:t>2.83</a:t>
                      </a:r>
                      <a:endParaRPr lang="en-IN" sz="1100" dirty="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2.84</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2.90</a:t>
                      </a:r>
                      <a:endParaRPr lang="en-IN"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574263087"/>
                  </a:ext>
                </a:extLst>
              </a:tr>
              <a:tr h="148282">
                <a:tc>
                  <a:txBody>
                    <a:bodyPr/>
                    <a:lstStyle/>
                    <a:p>
                      <a:pPr algn="ctr">
                        <a:buNone/>
                      </a:pPr>
                      <a:r>
                        <a:rPr lang="en-IN" sz="1100">
                          <a:effectLst/>
                        </a:rPr>
                        <a:t>English</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3.13</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3.13</a:t>
                      </a:r>
                      <a:endParaRPr lang="en-IN"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804696525"/>
                  </a:ext>
                </a:extLst>
              </a:tr>
              <a:tr h="296563">
                <a:tc>
                  <a:txBody>
                    <a:bodyPr/>
                    <a:lstStyle/>
                    <a:p>
                      <a:pPr algn="ctr">
                        <a:buNone/>
                      </a:pPr>
                      <a:r>
                        <a:rPr lang="en-IN" sz="1100">
                          <a:effectLst/>
                        </a:rPr>
                        <a:t>Management</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2.93</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3.23</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3.04</a:t>
                      </a:r>
                      <a:endParaRPr lang="en-IN"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897364046"/>
                  </a:ext>
                </a:extLst>
              </a:tr>
              <a:tr h="148282">
                <a:tc>
                  <a:txBody>
                    <a:bodyPr/>
                    <a:lstStyle/>
                    <a:p>
                      <a:pPr algn="ctr">
                        <a:buNone/>
                      </a:pPr>
                      <a:r>
                        <a:rPr lang="en-IN" sz="1100">
                          <a:effectLst/>
                        </a:rPr>
                        <a:t>Mathematics</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3.03</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 </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3.03</a:t>
                      </a:r>
                      <a:endParaRPr lang="en-IN"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888475799"/>
                  </a:ext>
                </a:extLst>
              </a:tr>
              <a:tr h="148282">
                <a:tc>
                  <a:txBody>
                    <a:bodyPr/>
                    <a:lstStyle/>
                    <a:p>
                      <a:pPr algn="ctr">
                        <a:buNone/>
                      </a:pPr>
                      <a:r>
                        <a:rPr lang="en-IN" sz="1100">
                          <a:effectLst/>
                        </a:rPr>
                        <a:t>Grand Total</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3.19</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2.93</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2.98</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2.83</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3.11</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a:effectLst/>
                        </a:rPr>
                        <a:t>3.07</a:t>
                      </a:r>
                      <a:endParaRPr lang="en-IN" sz="1100">
                        <a:effectLst/>
                        <a:latin typeface="Arial" panose="020B0604020202020204" pitchFamily="34" charset="0"/>
                        <a:ea typeface="Arial" panose="020B0604020202020204" pitchFamily="34" charset="0"/>
                      </a:endParaRPr>
                    </a:p>
                  </a:txBody>
                  <a:tcPr marL="68580" marR="68580" marT="0" marB="0"/>
                </a:tc>
                <a:tc>
                  <a:txBody>
                    <a:bodyPr/>
                    <a:lstStyle/>
                    <a:p>
                      <a:pPr algn="ctr">
                        <a:buNone/>
                      </a:pPr>
                      <a:r>
                        <a:rPr lang="en-IN" sz="1100" dirty="0">
                          <a:effectLst/>
                        </a:rPr>
                        <a:t>3.03</a:t>
                      </a:r>
                      <a:endParaRPr lang="en-IN" sz="1100" dirty="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044028212"/>
                  </a:ext>
                </a:extLst>
              </a:tr>
            </a:tbl>
          </a:graphicData>
        </a:graphic>
      </p:graphicFrame>
      <p:sp>
        <p:nvSpPr>
          <p:cNvPr id="5" name="TextBox 4">
            <a:extLst>
              <a:ext uri="{FF2B5EF4-FFF2-40B4-BE49-F238E27FC236}">
                <a16:creationId xmlns:a16="http://schemas.microsoft.com/office/drawing/2014/main" id="{7A6116BD-F386-0C8D-C304-AD5768C1071C}"/>
              </a:ext>
            </a:extLst>
          </p:cNvPr>
          <p:cNvSpPr txBox="1"/>
          <p:nvPr/>
        </p:nvSpPr>
        <p:spPr>
          <a:xfrm>
            <a:off x="5401994" y="675249"/>
            <a:ext cx="3453618"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Department-wise Faculty Performance</a:t>
            </a:r>
            <a:endParaRPr lang="en-IN"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6"/>
            <a:ext cx="8744194" cy="3768427"/>
          </a:xfrm>
          <a:prstGeom prst="rect">
            <a:avLst/>
          </a:prstGeom>
          <a:noFill/>
          <a:ln/>
        </p:spPr>
        <p:txBody>
          <a:bodyPr wrap="square" rtlCol="0" anchor="t"/>
          <a:lstStyle/>
          <a:p>
            <a:pPr algn="just">
              <a:lnSpc>
                <a:spcPct val="150000"/>
              </a:lnSpc>
            </a:pPr>
            <a:r>
              <a:rPr lang="en-US" dirty="0">
                <a:latin typeface="Times New Roman" panose="02020603050405020304" pitchFamily="18" charset="0"/>
                <a:cs typeface="Times New Roman" panose="02020603050405020304" pitchFamily="18" charset="0"/>
              </a:rPr>
              <a:t>This project successfully demonstrated the application of </a:t>
            </a:r>
            <a:r>
              <a:rPr lang="en-US" b="1" dirty="0">
                <a:latin typeface="Times New Roman" panose="02020603050405020304" pitchFamily="18" charset="0"/>
                <a:cs typeface="Times New Roman" panose="02020603050405020304" pitchFamily="18" charset="0"/>
              </a:rPr>
              <a:t>Artificial Intelligence and Data Analytics</a:t>
            </a:r>
            <a:r>
              <a:rPr lang="en-US" dirty="0">
                <a:latin typeface="Times New Roman" panose="02020603050405020304" pitchFamily="18" charset="0"/>
                <a:cs typeface="Times New Roman" panose="02020603050405020304" pitchFamily="18" charset="0"/>
              </a:rPr>
              <a:t> in </a:t>
            </a:r>
            <a:r>
              <a:rPr lang="en-US" dirty="0" err="1">
                <a:latin typeface="Times New Roman" panose="02020603050405020304" pitchFamily="18" charset="0"/>
                <a:cs typeface="Times New Roman" panose="02020603050405020304" pitchFamily="18" charset="0"/>
              </a:rPr>
              <a:t>analysing</a:t>
            </a:r>
            <a:r>
              <a:rPr lang="en-US" dirty="0">
                <a:latin typeface="Times New Roman" panose="02020603050405020304" pitchFamily="18" charset="0"/>
                <a:cs typeface="Times New Roman" panose="02020603050405020304" pitchFamily="18" charset="0"/>
              </a:rPr>
              <a:t> student feedback to evaluate teaching effectiveness. The objectives of identifying faculty performance, </a:t>
            </a:r>
            <a:r>
              <a:rPr lang="en-US" dirty="0" err="1">
                <a:latin typeface="Times New Roman" panose="02020603050405020304" pitchFamily="18" charset="0"/>
                <a:cs typeface="Times New Roman" panose="02020603050405020304" pitchFamily="18" charset="0"/>
              </a:rPr>
              <a:t>analysing</a:t>
            </a:r>
            <a:r>
              <a:rPr lang="en-US" dirty="0">
                <a:latin typeface="Times New Roman" panose="02020603050405020304" pitchFamily="18" charset="0"/>
                <a:cs typeface="Times New Roman" panose="02020603050405020304" pitchFamily="18" charset="0"/>
              </a:rPr>
              <a:t> department-wise variations, and assessing course satisfaction were effectively achieved through systematic data processing and visualization.</a:t>
            </a:r>
          </a:p>
          <a:p>
            <a:pPr algn="just">
              <a:lnSpc>
                <a:spcPct val="150000"/>
              </a:lnSpc>
            </a:pPr>
            <a:r>
              <a:rPr lang="en-US" dirty="0">
                <a:latin typeface="Times New Roman" panose="02020603050405020304" pitchFamily="18" charset="0"/>
                <a:cs typeface="Times New Roman" panose="02020603050405020304" pitchFamily="18" charset="0"/>
              </a:rPr>
              <a:t>The analysis revealed that overall student satisfaction is high, with the majority of feedback falling under the “Strong” category. Key strengths such as student support and mentoring were identified, while areas like conceptual clarity and engagement were highlighted for improvement. The integration of AI tools further enhanced the ability to extract meaningful insights from qualitative feedback, which is often overlooked in traditional methods.</a:t>
            </a: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7943116" y="3886639"/>
            <a:ext cx="1123512" cy="1033536"/>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5F1D3-4AE1-2A77-9BD4-9E03F376B854}"/>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0799F3C7-4A7D-83BF-1D44-AF6F87B9666B}"/>
              </a:ext>
            </a:extLst>
          </p:cNvPr>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a:extLst>
              <a:ext uri="{FF2B5EF4-FFF2-40B4-BE49-F238E27FC236}">
                <a16:creationId xmlns:a16="http://schemas.microsoft.com/office/drawing/2014/main" id="{84C9CD9E-843F-77D0-9190-305321898E2D}"/>
              </a:ext>
            </a:extLst>
          </p:cNvPr>
          <p:cNvSpPr/>
          <p:nvPr/>
        </p:nvSpPr>
        <p:spPr>
          <a:xfrm>
            <a:off x="125486" y="1084927"/>
            <a:ext cx="8596483" cy="3339362"/>
          </a:xfrm>
          <a:prstGeom prst="rect">
            <a:avLst/>
          </a:prstGeom>
          <a:noFill/>
          <a:ln/>
        </p:spPr>
        <p:txBody>
          <a:bodyPr wrap="square" rtlCol="0" anchor="t"/>
          <a:lstStyle/>
          <a:p>
            <a:pPr algn="just">
              <a:lnSpc>
                <a:spcPct val="150000"/>
              </a:lnSpc>
            </a:pPr>
            <a:r>
              <a:rPr lang="en-US" dirty="0">
                <a:latin typeface="Times New Roman" panose="02020603050405020304" pitchFamily="18" charset="0"/>
                <a:cs typeface="Times New Roman" panose="02020603050405020304" pitchFamily="18" charset="0"/>
              </a:rPr>
              <a:t>The project adds significant value by transforming raw feedback data into actionable insights, enabling data-driven decision-making for faculty development and academic improvement. It also demonstrates how AI can improve the efficiency, accuracy, and depth of educational analytics.</a:t>
            </a:r>
          </a:p>
          <a:p>
            <a:pPr algn="just">
              <a:lnSpc>
                <a:spcPct val="150000"/>
              </a:lnSpc>
            </a:pPr>
            <a:r>
              <a:rPr lang="en-US" dirty="0">
                <a:latin typeface="Times New Roman" panose="02020603050405020304" pitchFamily="18" charset="0"/>
                <a:cs typeface="Times New Roman" panose="02020603050405020304" pitchFamily="18" charset="0"/>
              </a:rPr>
              <a:t>Overall, the project highlights the importance of leveraging modern tools to enhance teaching quality and student learning experiences, thereby contributing positively to the field of education analytics.</a:t>
            </a:r>
          </a:p>
        </p:txBody>
      </p:sp>
      <p:sp>
        <p:nvSpPr>
          <p:cNvPr id="19" name="Text 17">
            <a:extLst>
              <a:ext uri="{FF2B5EF4-FFF2-40B4-BE49-F238E27FC236}">
                <a16:creationId xmlns:a16="http://schemas.microsoft.com/office/drawing/2014/main" id="{9D326EE3-C110-0131-6327-648B4FA5987D}"/>
              </a:ext>
            </a:extLst>
          </p:cNvPr>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F332E8E2-7849-FDE5-DA57-DE3E40BD9706}"/>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7943116" y="3886639"/>
            <a:ext cx="1123512" cy="1033536"/>
          </a:xfrm>
          <a:prstGeom prst="rect">
            <a:avLst/>
          </a:prstGeom>
        </p:spPr>
      </p:pic>
    </p:spTree>
    <p:custDataLst>
      <p:tags r:id="rId1"/>
    </p:custDataLst>
    <p:extLst>
      <p:ext uri="{BB962C8B-B14F-4D97-AF65-F5344CB8AC3E}">
        <p14:creationId xmlns:p14="http://schemas.microsoft.com/office/powerpoint/2010/main" val="2958804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6" y="1082104"/>
            <a:ext cx="7367799" cy="331405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0423" y="457582"/>
            <a:ext cx="1228069" cy="921052"/>
          </a:xfrm>
          <a:prstGeom prst="rect">
            <a:avLst/>
          </a:prstGeom>
        </p:spPr>
      </p:pic>
      <p:graphicFrame>
        <p:nvGraphicFramePr>
          <p:cNvPr id="7" name="Diagram 6">
            <a:extLst>
              <a:ext uri="{FF2B5EF4-FFF2-40B4-BE49-F238E27FC236}">
                <a16:creationId xmlns:a16="http://schemas.microsoft.com/office/drawing/2014/main" id="{1BBF10D7-A508-863F-D52A-CAB67DBD47E2}"/>
              </a:ext>
            </a:extLst>
          </p:cNvPr>
          <p:cNvGraphicFramePr/>
          <p:nvPr>
            <p:extLst>
              <p:ext uri="{D42A27DB-BD31-4B8C-83A1-F6EECF244321}">
                <p14:modId xmlns:p14="http://schemas.microsoft.com/office/powerpoint/2010/main" val="2019556293"/>
              </p:ext>
            </p:extLst>
          </p:nvPr>
        </p:nvGraphicFramePr>
        <p:xfrm>
          <a:off x="0" y="1306439"/>
          <a:ext cx="3974123" cy="325852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TextBox 8">
            <a:extLst>
              <a:ext uri="{FF2B5EF4-FFF2-40B4-BE49-F238E27FC236}">
                <a16:creationId xmlns:a16="http://schemas.microsoft.com/office/drawing/2014/main" id="{917E681C-B2B6-4FE2-2238-BDA3AFF9FF94}"/>
              </a:ext>
            </a:extLst>
          </p:cNvPr>
          <p:cNvSpPr txBox="1"/>
          <p:nvPr/>
        </p:nvSpPr>
        <p:spPr>
          <a:xfrm>
            <a:off x="3580228" y="553070"/>
            <a:ext cx="5458264" cy="480131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system can also be scaled by integrating data from multiple sources such as </a:t>
            </a:r>
            <a:r>
              <a:rPr lang="en-US" b="1" dirty="0">
                <a:latin typeface="Times New Roman" panose="02020603050405020304" pitchFamily="18" charset="0"/>
                <a:cs typeface="Times New Roman" panose="02020603050405020304" pitchFamily="18" charset="0"/>
              </a:rPr>
              <a:t>Learning Management Systems (LMS), online surveys, and institutional databases</a:t>
            </a:r>
            <a:r>
              <a:rPr lang="en-US" dirty="0">
                <a:latin typeface="Times New Roman" panose="02020603050405020304" pitchFamily="18" charset="0"/>
                <a:cs typeface="Times New Roman" panose="02020603050405020304" pitchFamily="18" charset="0"/>
              </a:rPr>
              <a:t>, providing a more comprehensive analysis. Developing a </a:t>
            </a:r>
            <a:r>
              <a:rPr lang="en-US" b="1" dirty="0">
                <a:latin typeface="Times New Roman" panose="02020603050405020304" pitchFamily="18" charset="0"/>
                <a:cs typeface="Times New Roman" panose="02020603050405020304" pitchFamily="18" charset="0"/>
              </a:rPr>
              <a:t>web-based or cloud-based dashboard</a:t>
            </a:r>
            <a:r>
              <a:rPr lang="en-US" dirty="0">
                <a:latin typeface="Times New Roman" panose="02020603050405020304" pitchFamily="18" charset="0"/>
                <a:cs typeface="Times New Roman" panose="02020603050405020304" pitchFamily="18" charset="0"/>
              </a:rPr>
              <a:t> would improve accessibility and allow stakeholders to interact with insights anytime.</a:t>
            </a:r>
          </a:p>
          <a:p>
            <a:pPr algn="just"/>
            <a:r>
              <a:rPr lang="en-US" dirty="0">
                <a:latin typeface="Times New Roman" panose="02020603050405020304" pitchFamily="18" charset="0"/>
                <a:cs typeface="Times New Roman" panose="02020603050405020304" pitchFamily="18" charset="0"/>
              </a:rPr>
              <a:t>Further research can focus on </a:t>
            </a:r>
            <a:r>
              <a:rPr lang="en-US" b="1" dirty="0">
                <a:latin typeface="Times New Roman" panose="02020603050405020304" pitchFamily="18" charset="0"/>
                <a:cs typeface="Times New Roman" panose="02020603050405020304" pitchFamily="18" charset="0"/>
              </a:rPr>
              <a:t>automated recommendation systems</a:t>
            </a:r>
            <a:r>
              <a:rPr lang="en-US" dirty="0">
                <a:latin typeface="Times New Roman" panose="02020603050405020304" pitchFamily="18" charset="0"/>
                <a:cs typeface="Times New Roman" panose="02020603050405020304" pitchFamily="18" charset="0"/>
              </a:rPr>
              <a:t>, benchmarking faculty performance across institutions, and incorporating student demographic analysis for more personalized insights.</a:t>
            </a:r>
          </a:p>
          <a:p>
            <a:pPr algn="just"/>
            <a:r>
              <a:rPr lang="en-US" dirty="0">
                <a:latin typeface="Times New Roman" panose="02020603050405020304" pitchFamily="18" charset="0"/>
                <a:cs typeface="Times New Roman" panose="02020603050405020304" pitchFamily="18" charset="0"/>
              </a:rPr>
              <a:t>Overall, these enhancements will transform the project into a </a:t>
            </a:r>
            <a:r>
              <a:rPr lang="en-US" b="1" dirty="0">
                <a:latin typeface="Times New Roman" panose="02020603050405020304" pitchFamily="18" charset="0"/>
                <a:cs typeface="Times New Roman" panose="02020603050405020304" pitchFamily="18" charset="0"/>
              </a:rPr>
              <a:t>smart, scalable, and intelligent decision-support system</a:t>
            </a:r>
            <a:r>
              <a:rPr lang="en-US" dirty="0">
                <a:latin typeface="Times New Roman" panose="02020603050405020304" pitchFamily="18" charset="0"/>
                <a:cs typeface="Times New Roman" panose="02020603050405020304" pitchFamily="18" charset="0"/>
              </a:rPr>
              <a:t> for improving teaching quality and educational outcomes.</a:t>
            </a:r>
          </a:p>
          <a:p>
            <a:endParaRPr lang="en-IN" dirty="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TotalTime>
  <Words>1132</Words>
  <Application>Microsoft Office PowerPoint</Application>
  <PresentationFormat>On-screen Show (16:9)</PresentationFormat>
  <Paragraphs>151</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Lato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Karthika Viswanath</cp:lastModifiedBy>
  <cp:revision>25</cp:revision>
  <dcterms:created xsi:type="dcterms:W3CDTF">2026-02-18T09:17:23Z</dcterms:created>
  <dcterms:modified xsi:type="dcterms:W3CDTF">2026-04-10T06:56:38Z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